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image" Target="../media/image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Relationship Id="rId3" Type="http://schemas.openxmlformats.org/officeDocument/2006/relationships/image" Target="../media/image17.png" /><Relationship Id="rId4" Type="http://schemas.openxmlformats.org/officeDocument/2006/relationships/image" Target="../media/image18.png" /><Relationship Id="rId5" Type="http://schemas.openxmlformats.org/officeDocument/2006/relationships/image" Target="../media/image19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Relationship Id="rId3" Type="http://schemas.openxmlformats.org/officeDocument/2006/relationships/image" Target="../media/image21.png" /><Relationship Id="rId4" Type="http://schemas.openxmlformats.org/officeDocument/2006/relationships/image" Target="../media/image22.png" /><Relationship Id="rId5" Type="http://schemas.openxmlformats.org/officeDocument/2006/relationships/image" Target="../media/image23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Relationship Id="rId3" Type="http://schemas.openxmlformats.org/officeDocument/2006/relationships/image" Target="../media/image29.png" /><Relationship Id="rId4" Type="http://schemas.openxmlformats.org/officeDocument/2006/relationships/image" Target="../media/image30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Relationship Id="rId3" Type="http://schemas.openxmlformats.org/officeDocument/2006/relationships/image" Target="../media/image32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png" /><Relationship Id="rId3" Type="http://schemas.openxmlformats.org/officeDocument/2006/relationships/image" Target="../media/image3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6375667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3331756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9795" y="1058832"/>
            <a:ext cx="3574289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CPU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Scheduling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Simulator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9795" y="1444068"/>
            <a:ext cx="3107228" cy="445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Advanced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Operating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Systems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Project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Team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Members: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8395" y="1969658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6944" y="1952946"/>
            <a:ext cx="1633949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Adedeji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Olu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(Project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Lead)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6944" y="2225082"/>
            <a:ext cx="2459157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Almamy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Sow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(Testing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Documentation)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Brionna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Nunn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Analysis)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9795" y="2769353"/>
            <a:ext cx="2278649" cy="379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Course: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Advanced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Operating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</a:p>
          <a:p>
            <a:pPr marL="0" marR="0">
              <a:lnSpc>
                <a:spcPts val="1342"/>
              </a:lnSpc>
              <a:spcBef>
                <a:spcPts val="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Date: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December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2025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3541592"/>
            <a:ext cx="853064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Agenda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8395" y="3806715"/>
            <a:ext cx="135421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Overview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8395" y="4078850"/>
            <a:ext cx="1798081" cy="18414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Architecture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Implemented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Demonstration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Framework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6.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7.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Challenges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Solutions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8.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Lessons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Learned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28395" y="5983800"/>
            <a:ext cx="65107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9.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Q&amp;A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795" y="6585503"/>
            <a:ext cx="1688016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Project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Overview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6970739"/>
            <a:ext cx="893551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Objective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7207482"/>
            <a:ext cx="5372232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Develop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CPU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simulator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implementing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classic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8395" y="7496331"/>
            <a:ext cx="236233" cy="1012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56944" y="7479618"/>
            <a:ext cx="143336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visualization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56944" y="7751754"/>
            <a:ext cx="1342240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56944" y="8023890"/>
            <a:ext cx="1923738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Professional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framework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Complete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8624775"/>
            <a:ext cx="1674395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Technologies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Used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28395" y="8878230"/>
            <a:ext cx="236233" cy="196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56944" y="8861518"/>
            <a:ext cx="112748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Language: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C++17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5163210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2108073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81380" y="2939884"/>
            <a:ext cx="6009640" cy="892226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8395" y="916511"/>
            <a:ext cx="236233" cy="1012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6944" y="899799"/>
            <a:ext cx="1993448" cy="1025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Testing: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Google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Framework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Build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System: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GNU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Make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Version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Control: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Git/GitHub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Platform: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FreeBSD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9795" y="2317910"/>
            <a:ext cx="1970461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System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9795" y="2703145"/>
            <a:ext cx="2316963" cy="5722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Class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Hierarchy</a:t>
            </a:r>
          </a:p>
          <a:p>
            <a:pPr marL="0" marR="0">
              <a:lnSpc>
                <a:spcPts val="1170"/>
              </a:lnSpc>
              <a:spcBef>
                <a:spcPts val="249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Scheduler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(Abstract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Base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Class)</a:t>
            </a:r>
          </a:p>
          <a:p>
            <a:pPr marL="279272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RoundRobinScheduler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9068" y="3237290"/>
            <a:ext cx="2666086" cy="632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PreemptivePriorityScheduler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NonPreemptivePriorityScheduler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MultilevelQueueScheduler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└──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MultilevelFeedbackQueueScheduler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3990329"/>
            <a:ext cx="1417446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Design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Patterns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8395" y="4243784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6944" y="4227072"/>
            <a:ext cx="308352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Template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Method: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Common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framework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6944" y="4499208"/>
            <a:ext cx="2734211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Strategy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Pattern: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Interchangeable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56944" y="4771343"/>
            <a:ext cx="3476336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OOP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Principles: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Inheritance,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polymorphism,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encapsulation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5373047"/>
            <a:ext cx="2343302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Implemented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5758283"/>
            <a:ext cx="1812520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1.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Round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Robin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(RR)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8395" y="6011739"/>
            <a:ext cx="236233" cy="1284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56944" y="5995026"/>
            <a:ext cx="277873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Mechanism: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Time-sharing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fixed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quantum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56944" y="6267162"/>
            <a:ext cx="170747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Queue: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FIFO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circular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56944" y="6539297"/>
            <a:ext cx="183803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Interactive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56944" y="6811434"/>
            <a:ext cx="150740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Fair,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starvation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56944" y="7083569"/>
            <a:ext cx="236027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context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overhead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99795" y="7412319"/>
            <a:ext cx="1851990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2.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Preemptive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Priority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28395" y="7665774"/>
            <a:ext cx="236233" cy="1284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56944" y="7649062"/>
            <a:ext cx="2657169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Mechanism: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Higher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preempts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lower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356944" y="7921198"/>
            <a:ext cx="2085599" cy="1025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Queue: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Min-heap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(priority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queue)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Critical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tasks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execute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Potential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starvation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8658694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5530063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99795" y="1019530"/>
            <a:ext cx="5972810" cy="1905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99795" y="1229367"/>
            <a:ext cx="2975662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Implemented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9795" y="1614603"/>
            <a:ext cx="2237282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3.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Non-Preemptive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Priority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8395" y="1868058"/>
            <a:ext cx="236233" cy="1284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6944" y="1851346"/>
            <a:ext cx="2611174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Mechanism: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Priority-based,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no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preemption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6944" y="2123482"/>
            <a:ext cx="1417182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Queue: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56944" y="2395618"/>
            <a:ext cx="1698976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Batch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processing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Simple,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predictable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6944" y="2939888"/>
            <a:ext cx="161108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Poor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9795" y="3268639"/>
            <a:ext cx="2227505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4.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Multilevel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Queue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(MLQ)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28395" y="3522094"/>
            <a:ext cx="236233" cy="196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56944" y="3505382"/>
            <a:ext cx="1980390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Mechanism: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Three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fixed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585595" y="3794229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14144" y="3777517"/>
            <a:ext cx="1862802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(0-1):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Highest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Interactive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(2-3):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Round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Robin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Batch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(4-5):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FCFS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8395" y="4610637"/>
            <a:ext cx="236233" cy="7406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56944" y="4593924"/>
            <a:ext cx="1713283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Mixed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workloads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separation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Inflexible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5739899"/>
            <a:ext cx="2975662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Implemented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9795" y="6125135"/>
            <a:ext cx="3166289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5.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Multilevel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Feedback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Queue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(MLFQ)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28395" y="6378591"/>
            <a:ext cx="236233" cy="1963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56944" y="6361878"/>
            <a:ext cx="237857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Mechanism: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Adaptive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demotion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585595" y="6650726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814144" y="6634014"/>
            <a:ext cx="1661191" cy="4807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Q0: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Quantum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(highest)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Q1: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Quantum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14144" y="7178286"/>
            <a:ext cx="114611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Q2: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FCFS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(lowest)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28395" y="7467133"/>
            <a:ext cx="236233" cy="1012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56944" y="7450421"/>
            <a:ext cx="2284729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Aging: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Prevents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starvation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Unknown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behavior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Adaptive,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fair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356944" y="8266828"/>
            <a:ext cx="1941871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Complex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6880389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3839083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81380" y="7712201"/>
            <a:ext cx="6009640" cy="148704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881380" y="6510350"/>
            <a:ext cx="6009640" cy="148704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881380" y="5987910"/>
            <a:ext cx="6009640" cy="148704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881380" y="5465470"/>
            <a:ext cx="6009640" cy="148704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881380" y="4943030"/>
            <a:ext cx="6009640" cy="148704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99795" y="906432"/>
            <a:ext cx="1360830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Key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Features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1291668"/>
            <a:ext cx="1881830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Process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9795" y="1528405"/>
            <a:ext cx="3428397" cy="6028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Complete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Control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Block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(PCB)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simulation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states: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NEW,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READY,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RUNNING,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TERMINATED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Dynamic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arrival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9795" y="2093199"/>
            <a:ext cx="2522369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Context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overhead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modeling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99795" y="2439684"/>
            <a:ext cx="1792604" cy="12161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Performance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Metrics</a:t>
            </a:r>
          </a:p>
          <a:p>
            <a:pPr marL="0" marR="0">
              <a:lnSpc>
                <a:spcPts val="1463"/>
              </a:lnSpc>
              <a:spcBef>
                <a:spcPts val="2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Waiting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Turnaround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Response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CPU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Utilization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Context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Count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795" y="4048920"/>
            <a:ext cx="1902999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Live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Demonstration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4434156"/>
            <a:ext cx="1051564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Demo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8395" y="4670899"/>
            <a:ext cx="171723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Show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Structure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09218" y="4943027"/>
            <a:ext cx="1967840" cy="1503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ls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-la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~/cpu-scheduler</a:t>
            </a:r>
          </a:p>
          <a:p>
            <a:pPr marL="19177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Show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Code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vi/vim</a:t>
            </a:r>
          </a:p>
          <a:p>
            <a:pPr marL="0" marR="0">
              <a:lnSpc>
                <a:spcPts val="1170"/>
              </a:lnSpc>
              <a:spcBef>
                <a:spcPts val="799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vi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src/scheduler.cpp</a:t>
            </a:r>
          </a:p>
          <a:p>
            <a:pPr marL="19177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Build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Scratch</a:t>
            </a:r>
          </a:p>
          <a:p>
            <a:pPr marL="0" marR="0">
              <a:lnSpc>
                <a:spcPts val="1170"/>
              </a:lnSpc>
              <a:spcBef>
                <a:spcPts val="799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clean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&amp;&amp;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build</a:t>
            </a:r>
          </a:p>
          <a:p>
            <a:pPr marL="19177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Run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09218" y="6510347"/>
            <a:ext cx="850748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7090227"/>
            <a:ext cx="2535327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Live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Demonstration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(cont.)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9795" y="7475463"/>
            <a:ext cx="1911732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Running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Simulator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7712199"/>
            <a:ext cx="1199777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./bin/scheduler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9795" y="8018709"/>
            <a:ext cx="2152724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Algorithms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Demonstrate: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28395" y="8241263"/>
            <a:ext cx="1967972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Round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Robin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(quantum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28395" y="8513398"/>
            <a:ext cx="151707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Preemptive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28395" y="8785534"/>
            <a:ext cx="193765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Run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(comparison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mode)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5929757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2336024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28039" y="6764743"/>
            <a:ext cx="6125844" cy="1683613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881380" y="4277601"/>
            <a:ext cx="6009640" cy="297408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9795" y="905197"/>
            <a:ext cx="1226017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What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Show: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8395" y="1144463"/>
            <a:ext cx="236233" cy="10127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6944" y="1127751"/>
            <a:ext cx="143336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visualization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6944" y="1399887"/>
            <a:ext cx="1535725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transitions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Context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2545862"/>
            <a:ext cx="1891385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Testing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Framework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9795" y="2931098"/>
            <a:ext cx="2010614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Google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Integration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8395" y="3184553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6944" y="3167841"/>
            <a:ext cx="2434834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Unit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covering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components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56944" y="3439977"/>
            <a:ext cx="201880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end-to-end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56944" y="3712113"/>
            <a:ext cx="2511249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Coverage: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Scheduler,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4040862"/>
            <a:ext cx="1140434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Results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9795" y="4277598"/>
            <a:ext cx="3504032" cy="3355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[==========]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Running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8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from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4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suites.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[</a:t>
            </a:r>
            <a:r>
              <a:rPr dirty="0" sz="1000" spc="549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PASSED</a:t>
            </a:r>
            <a:r>
              <a:rPr dirty="0" sz="1000" spc="55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]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8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99795" y="4732812"/>
            <a:ext cx="1363711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Test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Categories: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4955360"/>
            <a:ext cx="2387755" cy="6028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creation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transitions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correctness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calculation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9795" y="5520155"/>
            <a:ext cx="2719697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Edge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cases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(empty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single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6139594"/>
            <a:ext cx="2128723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Performance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Analysis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9795" y="6524829"/>
            <a:ext cx="2919325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Benchmark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Results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(10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processes)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60157" y="6767923"/>
            <a:ext cx="1288389" cy="16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85572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</a:t>
            </a:r>
          </a:p>
          <a:p>
            <a:pPr marL="2689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Round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Robin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(q=4)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Preemptive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</a:p>
          <a:p>
            <a:pPr marL="89357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Non-Preemptive</a:t>
            </a:r>
          </a:p>
          <a:p>
            <a:pPr marL="64249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Multilevel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Queue</a:t>
            </a:r>
          </a:p>
          <a:p>
            <a:pPr marL="397433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MLFQ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077768" y="6767923"/>
            <a:ext cx="663696" cy="16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Avg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Wait</a:t>
            </a:r>
          </a:p>
          <a:p>
            <a:pPr marL="3291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6.50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  <a:p>
            <a:pPr marL="3291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  <a:p>
            <a:pPr marL="3291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  <a:p>
            <a:pPr marL="3291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  <a:p>
            <a:pPr marL="32918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11.8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208170" y="6767923"/>
            <a:ext cx="1066791" cy="4871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Avg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Turnaround</a:t>
            </a:r>
          </a:p>
          <a:p>
            <a:pPr marL="199021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14.00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820346" y="6767923"/>
            <a:ext cx="941783" cy="10440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Use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Case</a:t>
            </a:r>
          </a:p>
          <a:p>
            <a:pPr marL="89191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Interactive</a:t>
            </a:r>
          </a:p>
          <a:p>
            <a:pPr marL="121183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</a:p>
          <a:p>
            <a:pPr marL="233629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Batch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407192" y="7324895"/>
            <a:ext cx="66874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10.00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407192" y="7603380"/>
            <a:ext cx="66874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10.00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407192" y="7881866"/>
            <a:ext cx="66874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12.50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037605" y="7881866"/>
            <a:ext cx="507311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Mixed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442600" y="8160351"/>
            <a:ext cx="59791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18.2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962053" y="8160351"/>
            <a:ext cx="658471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Adaptive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99795" y="8597051"/>
            <a:ext cx="1091388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Key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Finding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99795" y="8833788"/>
            <a:ext cx="4155729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Preemptive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has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61.5%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lower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wait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than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Round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Robin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7778889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4857001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99795" y="1019530"/>
            <a:ext cx="5972810" cy="1905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881380" y="8253844"/>
            <a:ext cx="6009640" cy="89222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9795" y="1229367"/>
            <a:ext cx="2072436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Performance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Insights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9795" y="1614603"/>
            <a:ext cx="2158487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Context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Switching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Impact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28395" y="1868058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6944" y="1851346"/>
            <a:ext cx="2335849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Overhead: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1-2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units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Total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Impact: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5-17%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execution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Trade-off: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Fairness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vs.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efficiency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2724367"/>
            <a:ext cx="2870252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Quantum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Selection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(Round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Robin)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28395" y="2977823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6944" y="2961110"/>
            <a:ext cx="2675619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Too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small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(q=1):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Excessive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context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switching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6944" y="3233246"/>
            <a:ext cx="2051268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Too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large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(q=100):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Becomes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FCFS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56944" y="3505382"/>
            <a:ext cx="2341794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Optimal: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q=4-8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interactive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3834131"/>
            <a:ext cx="952855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Scalability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4070868"/>
            <a:ext cx="2560005" cy="6028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scale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linearly: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O(n)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processes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Maintains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characteristics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9795" y="5066837"/>
            <a:ext cx="1812544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GitHub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Repository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99795" y="5452074"/>
            <a:ext cx="4220200" cy="4453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Professional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Development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Practices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Repository: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https://github.com/Adedeji-Olu/cpu-scheduling-algorithms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6017151"/>
            <a:ext cx="849802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Arial"/>
                <a:cs typeface="Arial"/>
              </a:rPr>
              <a:t>Features: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9795" y="6239698"/>
            <a:ext cx="2973517" cy="1167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Clean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directory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structure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README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team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members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CI/CD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GitHub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Actions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Professional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commit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history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Complete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(532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lines)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Contributing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guidelines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7369287"/>
            <a:ext cx="1655867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Pull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request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templates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9795" y="7988727"/>
            <a:ext cx="1967855" cy="4519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Project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Structure</a:t>
            </a:r>
          </a:p>
          <a:p>
            <a:pPr marL="0" marR="0">
              <a:lnSpc>
                <a:spcPts val="1170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cpu-scheduling-algorithms/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99795" y="8402546"/>
            <a:ext cx="990321" cy="4842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src/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include/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tests/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35987" y="8402546"/>
            <a:ext cx="1548867" cy="632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Source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files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(C++)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Header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files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Google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suite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Unit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99795" y="8848658"/>
            <a:ext cx="222225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9068" y="8848658"/>
            <a:ext cx="780898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unit/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99795" y="8997363"/>
            <a:ext cx="222225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179068" y="8997363"/>
            <a:ext cx="920471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└──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system/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435987" y="8997363"/>
            <a:ext cx="1129894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5786742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2310764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81380" y="3142576"/>
            <a:ext cx="6009640" cy="104093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881380" y="899794"/>
            <a:ext cx="6009640" cy="1189634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99795" y="899791"/>
            <a:ext cx="711048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doc/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35987" y="899791"/>
            <a:ext cx="1199744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Documentation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9795" y="1048496"/>
            <a:ext cx="222225" cy="632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9068" y="1048496"/>
            <a:ext cx="2037690" cy="632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API.md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DESIGN.md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USER_MANUAL.md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└──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PERFORMANCE_ANALYSIS.md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1643313"/>
            <a:ext cx="1060171" cy="4842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.github/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├──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Makefile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└──</a:t>
            </a:r>
            <a:r>
              <a:rPr dirty="0" sz="1000" spc="29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README.md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35987" y="1643313"/>
            <a:ext cx="1409167" cy="4842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CI/CD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workflows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Build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Project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overview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9795" y="2520602"/>
            <a:ext cx="1338073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Build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System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99795" y="2905838"/>
            <a:ext cx="1466697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Makefile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Targets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795" y="3142573"/>
            <a:ext cx="920471" cy="4842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build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debug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226437" y="3142573"/>
            <a:ext cx="2177390" cy="4842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Optimized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compilation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(-O2)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Debug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symbols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(-g)</a:t>
            </a:r>
          </a:p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Run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all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3588686"/>
            <a:ext cx="1199744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unit-test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26437" y="3588686"/>
            <a:ext cx="1339444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Unit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only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99795" y="3737390"/>
            <a:ext cx="2805786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system-test</a:t>
            </a:r>
            <a:r>
              <a:rPr dirty="0" sz="1000" spc="549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tests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only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3886095"/>
            <a:ext cx="920471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clean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26437" y="3886095"/>
            <a:ext cx="1409294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Remove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artifacts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4034799"/>
            <a:ext cx="1060171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gmake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install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26437" y="4034799"/>
            <a:ext cx="1618717" cy="1868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#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System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000000"/>
                </a:solidFill>
                <a:latin typeface="Consolas"/>
                <a:cs typeface="Consolas"/>
              </a:rPr>
              <a:t>installation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99795" y="4341725"/>
            <a:ext cx="1091232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Compilation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28395" y="4595181"/>
            <a:ext cx="236233" cy="1012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356944" y="4578468"/>
            <a:ext cx="1104711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Standard: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C++17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356944" y="4850604"/>
            <a:ext cx="1444072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Compiler: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g++/clang++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56944" y="5122740"/>
            <a:ext cx="199432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Flags: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-Wall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-Wextra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-Wpedantic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356944" y="5394875"/>
            <a:ext cx="2034504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Platform: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FreeBSD,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Linux,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macOS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99795" y="5996579"/>
            <a:ext cx="2253487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Challenges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Solutions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99795" y="6381815"/>
            <a:ext cx="3539318" cy="615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Challenge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1: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Context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Switching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Overhead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Problem: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Realistic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modeling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difficult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Solution: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Configurable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overhead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parameter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(0-5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units)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99795" y="7117844"/>
            <a:ext cx="3720340" cy="615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Challenge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2: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Starvation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Priority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Scheduling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Problem: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Low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priority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processes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starve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Solution: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Aging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mechanism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(priority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boost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every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units)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99795" y="7853872"/>
            <a:ext cx="2857229" cy="615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Challenge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3: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MLFQ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Complexity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Problem: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Multiple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queues,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demotion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Solution: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Clear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machine,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extensive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8949486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4847247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899795" y="1704758"/>
            <a:ext cx="5972810" cy="1905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99795" y="905613"/>
            <a:ext cx="3008606" cy="615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Challenge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4: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Real-time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Visualization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Problem: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Balance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detail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vs.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readability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Solution: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Periodic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snapshots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9795" y="1914596"/>
            <a:ext cx="1327099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Code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Quality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9795" y="2299832"/>
            <a:ext cx="1288719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Practices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9795" y="2536569"/>
            <a:ext cx="2996071" cy="7911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Object-Oriented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Design: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Clear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hierarchy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STL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Containers: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Efficient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structures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Const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Correctness: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Immutable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where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possible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Error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Handling: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Edge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case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coverage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9795" y="3289628"/>
            <a:ext cx="3191589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Documentation: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Inline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comments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external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3636113"/>
            <a:ext cx="3391618" cy="10278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Testing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Strategy</a:t>
            </a:r>
          </a:p>
          <a:p>
            <a:pPr marL="0" marR="0">
              <a:lnSpc>
                <a:spcPts val="1463"/>
              </a:lnSpc>
              <a:spcBef>
                <a:spcPts val="2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Unit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Component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validation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End-to-end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scenarios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Benchmark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validation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Edge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Cases: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Empty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queues,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single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zero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burst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9795" y="5057084"/>
            <a:ext cx="1711381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Lessons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Learned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99795" y="5442320"/>
            <a:ext cx="1377619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Technical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Skills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99795" y="5679057"/>
            <a:ext cx="2584535" cy="979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Deep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understanding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CPU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management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Professional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practices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Git/GitHub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collaboration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795" y="6778601"/>
            <a:ext cx="1852373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Software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Engineering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7015338"/>
            <a:ext cx="2423078" cy="7911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Importance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modular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design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Value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testing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first-class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artifact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CI/CD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quality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assurance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9795" y="7926618"/>
            <a:ext cx="1866255" cy="8396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Teamwork</a:t>
            </a:r>
          </a:p>
          <a:p>
            <a:pPr marL="0" marR="0">
              <a:lnSpc>
                <a:spcPts val="1463"/>
              </a:lnSpc>
              <a:spcBef>
                <a:spcPts val="2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Clear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role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division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Version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control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workflows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Code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review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8101177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5458041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9795" y="906432"/>
            <a:ext cx="2151684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Future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Enhancements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9795" y="1291668"/>
            <a:ext cx="1555953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Planned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Features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28395" y="1528411"/>
            <a:ext cx="1495353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I/O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Burst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Modeling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85595" y="1817258"/>
            <a:ext cx="236233" cy="7406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14144" y="1800546"/>
            <a:ext cx="1249821" cy="4807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WAITING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state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Device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queues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814144" y="2344818"/>
            <a:ext cx="141949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I/O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completion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events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8395" y="2616953"/>
            <a:ext cx="162457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85595" y="2905801"/>
            <a:ext cx="236233" cy="468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14144" y="2889088"/>
            <a:ext cx="2091886" cy="4807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Earliest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Deadline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(EDF)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Rate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Monotonic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(RMS)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28395" y="3433360"/>
            <a:ext cx="1755552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Multiprocessor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Support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85595" y="3722208"/>
            <a:ext cx="236233" cy="7406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14144" y="3705496"/>
            <a:ext cx="1138491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Load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balancing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Processor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affinity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Gang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8395" y="4521902"/>
            <a:ext cx="1152570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GUI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Interface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585595" y="4810750"/>
            <a:ext cx="236233" cy="468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814144" y="4794038"/>
            <a:ext cx="1789459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Interactive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Gantt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charts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Real-time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metrics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dashboard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9795" y="5667877"/>
            <a:ext cx="2038264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Demonstration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Time!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9795" y="6053114"/>
            <a:ext cx="1773017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Live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Demo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Checklist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9795" y="6289851"/>
            <a:ext cx="2431341" cy="13559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Show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project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structure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Display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code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vi/vim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Clean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build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scratch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Run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Execute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Show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Present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GitHub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repository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9795" y="7709311"/>
            <a:ext cx="1353636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Ready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questions!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899795" y="6593980"/>
            <a:ext cx="5972810" cy="190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899795" y="3839083"/>
            <a:ext cx="5972810" cy="1905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9795" y="906432"/>
            <a:ext cx="1586788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Key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Takeaways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9795" y="1291668"/>
            <a:ext cx="2531545" cy="12161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Project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Achievements</a:t>
            </a:r>
          </a:p>
          <a:p>
            <a:pPr marL="0" marR="0">
              <a:lnSpc>
                <a:spcPts val="1463"/>
              </a:lnSpc>
              <a:spcBef>
                <a:spcPts val="2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5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algorithms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implemented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tested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tests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100%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passing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532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lines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Professional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GitHub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repository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Comprehensive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9795" y="2627949"/>
            <a:ext cx="1792753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Academic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Goals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Met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9795" y="2864686"/>
            <a:ext cx="2270769" cy="6028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Understanding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CPU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scheduling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expertise</a:t>
            </a:r>
          </a:p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Performance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skills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9795" y="3429481"/>
            <a:ext cx="2399071" cy="2263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Segoe UI Emoji"/>
                <a:cs typeface="Segoe UI Emoji"/>
              </a:rPr>
              <a:t>✅</a:t>
            </a:r>
            <a:r>
              <a:rPr dirty="0" sz="1100" spc="-2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Professional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development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practices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9795" y="4048920"/>
            <a:ext cx="2094991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Questions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Answers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99795" y="4434156"/>
            <a:ext cx="3521571" cy="615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Contact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000000"/>
                </a:solidFill>
                <a:latin typeface="Arial"/>
                <a:cs typeface="Arial"/>
              </a:rPr>
              <a:t>Information</a:t>
            </a:r>
          </a:p>
          <a:p>
            <a:pPr marL="0" marR="0">
              <a:lnSpc>
                <a:spcPts val="1342"/>
              </a:lnSpc>
              <a:spcBef>
                <a:spcPts val="30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GitHub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Repository:</a:t>
            </a:r>
          </a:p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https://github.com/Adedeji-Olu/cpu-scheduling-algorithms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99795" y="5113570"/>
            <a:ext cx="1101365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Team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Members: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8395" y="5402418"/>
            <a:ext cx="236233" cy="7406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94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  <a:p>
            <a:pPr marL="0" marR="0">
              <a:lnSpc>
                <a:spcPts val="1246"/>
              </a:lnSpc>
              <a:spcBef>
                <a:spcPts val="89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6944" y="5385706"/>
            <a:ext cx="938546" cy="752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Adedeji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Olu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Almamy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Sow</a:t>
            </a:r>
          </a:p>
          <a:p>
            <a:pPr marL="0" marR="0">
              <a:lnSpc>
                <a:spcPts val="1342"/>
              </a:lnSpc>
              <a:spcBef>
                <a:spcPts val="80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Brionna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Nunn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795" y="6202113"/>
            <a:ext cx="187443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your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00000"/>
                </a:solidFill>
                <a:latin typeface="Calibri"/>
                <a:cs typeface="Calibri"/>
              </a:rPr>
              <a:t>attention!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9795" y="6803816"/>
            <a:ext cx="2151684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Appendix: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References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8395" y="7068939"/>
            <a:ext cx="5756387" cy="2086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Silberschatz,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A.,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Galvin,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B.,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Gagne,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(2018).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Operating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System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Concepts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(10th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ed.).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Wiley.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28395" y="7341074"/>
            <a:ext cx="5045315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Tanenbaum,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S.,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Bos,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(2014).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Modern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Operating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Systems</a:t>
            </a:r>
            <a:r>
              <a:rPr dirty="0" sz="1100" i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(4th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ed.).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Pearson.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3.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FreeBSD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Scheduler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https://docs.freebsd.org/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28395" y="7885346"/>
            <a:ext cx="4258757" cy="4807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2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Google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Test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https://google.github.io/googletest/</a:t>
            </a:r>
          </a:p>
          <a:p>
            <a:pPr marL="0" marR="0">
              <a:lnSpc>
                <a:spcPts val="1342"/>
              </a:lnSpc>
              <a:spcBef>
                <a:spcPts val="85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5.</a:t>
            </a:r>
            <a:r>
              <a:rPr dirty="0" sz="1100" spc="71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GitHub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Actions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Documentation: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https://docs.github.com/en/actions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app</dc:creator>
  <cp:lastModifiedBy>app</cp:lastModifiedBy>
  <cp:revision>1</cp:revision>
  <dcterms:modified xsi:type="dcterms:W3CDTF">2025-12-08T06:24:27+00:00</dcterms:modified>
</cp:coreProperties>
</file>