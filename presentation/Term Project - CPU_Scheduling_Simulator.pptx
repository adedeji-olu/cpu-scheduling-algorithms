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8" r:id="rId2"/>
    <p:sldId id="257" r:id="rId3"/>
    <p:sldId id="258" r:id="rId4"/>
    <p:sldId id="270" r:id="rId5"/>
    <p:sldId id="271" r:id="rId6"/>
    <p:sldId id="278" r:id="rId7"/>
    <p:sldId id="279" r:id="rId8"/>
    <p:sldId id="280" r:id="rId9"/>
    <p:sldId id="261" r:id="rId10"/>
    <p:sldId id="262" r:id="rId11"/>
    <p:sldId id="263" r:id="rId12"/>
    <p:sldId id="273" r:id="rId13"/>
    <p:sldId id="281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3696" autoAdjust="0"/>
  </p:normalViewPr>
  <p:slideViewPr>
    <p:cSldViewPr snapToGrid="0" snapToObjects="1">
      <p:cViewPr varScale="1">
        <p:scale>
          <a:sx n="76" d="100"/>
          <a:sy n="76" d="100"/>
        </p:scale>
        <p:origin x="636" y="29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Sow" userId="b4c7711c311c70c0" providerId="LiveId" clId="{A2F2203E-2C14-4B4E-99A8-6E2E50875B45}"/>
    <pc:docChg chg="undo custSel delSld modSld">
      <pc:chgData name="Al Sow" userId="b4c7711c311c70c0" providerId="LiveId" clId="{A2F2203E-2C14-4B4E-99A8-6E2E50875B45}" dt="2025-12-11T03:17:15.295" v="37" actId="2711"/>
      <pc:docMkLst>
        <pc:docMk/>
      </pc:docMkLst>
      <pc:sldChg chg="del mod modShow">
        <pc:chgData name="Al Sow" userId="b4c7711c311c70c0" providerId="LiveId" clId="{A2F2203E-2C14-4B4E-99A8-6E2E50875B45}" dt="2025-12-11T03:10:20.212" v="1" actId="47"/>
        <pc:sldMkLst>
          <pc:docMk/>
          <pc:sldMk cId="0" sldId="256"/>
        </pc:sldMkLst>
      </pc:sldChg>
      <pc:sldChg chg="del">
        <pc:chgData name="Al Sow" userId="b4c7711c311c70c0" providerId="LiveId" clId="{A2F2203E-2C14-4B4E-99A8-6E2E50875B45}" dt="2025-12-11T03:11:00.541" v="4" actId="47"/>
        <pc:sldMkLst>
          <pc:docMk/>
          <pc:sldMk cId="0" sldId="260"/>
        </pc:sldMkLst>
      </pc:sldChg>
      <pc:sldChg chg="modSp mod">
        <pc:chgData name="Al Sow" userId="b4c7711c311c70c0" providerId="LiveId" clId="{A2F2203E-2C14-4B4E-99A8-6E2E50875B45}" dt="2025-12-11T03:15:01.785" v="27" actId="2711"/>
        <pc:sldMkLst>
          <pc:docMk/>
          <pc:sldMk cId="3021245325" sldId="270"/>
        </pc:sldMkLst>
        <pc:spChg chg="mod">
          <ac:chgData name="Al Sow" userId="b4c7711c311c70c0" providerId="LiveId" clId="{A2F2203E-2C14-4B4E-99A8-6E2E50875B45}" dt="2025-12-11T03:14:48.141" v="25" actId="2711"/>
          <ac:spMkLst>
            <pc:docMk/>
            <pc:sldMk cId="3021245325" sldId="270"/>
            <ac:spMk id="2" creationId="{003FB692-2D32-6608-7B62-EB18F57AEA96}"/>
          </ac:spMkLst>
        </pc:spChg>
        <pc:spChg chg="mod">
          <ac:chgData name="Al Sow" userId="b4c7711c311c70c0" providerId="LiveId" clId="{A2F2203E-2C14-4B4E-99A8-6E2E50875B45}" dt="2025-12-11T03:15:01.785" v="27" actId="2711"/>
          <ac:spMkLst>
            <pc:docMk/>
            <pc:sldMk cId="3021245325" sldId="270"/>
            <ac:spMk id="23" creationId="{CCF31459-5992-CB03-5B57-7BC17A9BC98C}"/>
          </ac:spMkLst>
        </pc:spChg>
      </pc:sldChg>
      <pc:sldChg chg="modSp mod">
        <pc:chgData name="Al Sow" userId="b4c7711c311c70c0" providerId="LiveId" clId="{A2F2203E-2C14-4B4E-99A8-6E2E50875B45}" dt="2025-12-11T03:15:28.474" v="31" actId="2711"/>
        <pc:sldMkLst>
          <pc:docMk/>
          <pc:sldMk cId="115196703" sldId="271"/>
        </pc:sldMkLst>
        <pc:spChg chg="mod">
          <ac:chgData name="Al Sow" userId="b4c7711c311c70c0" providerId="LiveId" clId="{A2F2203E-2C14-4B4E-99A8-6E2E50875B45}" dt="2025-12-11T03:15:15.366" v="29" actId="2711"/>
          <ac:spMkLst>
            <pc:docMk/>
            <pc:sldMk cId="115196703" sldId="271"/>
            <ac:spMk id="2" creationId="{CC3CF2A7-F643-F659-FA7B-FA7D0C69D5F4}"/>
          </ac:spMkLst>
        </pc:spChg>
        <pc:spChg chg="mod">
          <ac:chgData name="Al Sow" userId="b4c7711c311c70c0" providerId="LiveId" clId="{A2F2203E-2C14-4B4E-99A8-6E2E50875B45}" dt="2025-12-11T03:15:28.474" v="31" actId="2711"/>
          <ac:spMkLst>
            <pc:docMk/>
            <pc:sldMk cId="115196703" sldId="271"/>
            <ac:spMk id="23" creationId="{B63690BF-AFB0-0A06-11CA-CC3476AC5508}"/>
          </ac:spMkLst>
        </pc:spChg>
      </pc:sldChg>
      <pc:sldChg chg="del">
        <pc:chgData name="Al Sow" userId="b4c7711c311c70c0" providerId="LiveId" clId="{A2F2203E-2C14-4B4E-99A8-6E2E50875B45}" dt="2025-12-11T03:11:12.017" v="5" actId="47"/>
        <pc:sldMkLst>
          <pc:docMk/>
          <pc:sldMk cId="1769855006" sldId="274"/>
        </pc:sldMkLst>
      </pc:sldChg>
      <pc:sldChg chg="del">
        <pc:chgData name="Al Sow" userId="b4c7711c311c70c0" providerId="LiveId" clId="{A2F2203E-2C14-4B4E-99A8-6E2E50875B45}" dt="2025-12-11T03:10:49.191" v="2" actId="47"/>
        <pc:sldMkLst>
          <pc:docMk/>
          <pc:sldMk cId="4152680029" sldId="275"/>
        </pc:sldMkLst>
      </pc:sldChg>
      <pc:sldChg chg="del">
        <pc:chgData name="Al Sow" userId="b4c7711c311c70c0" providerId="LiveId" clId="{A2F2203E-2C14-4B4E-99A8-6E2E50875B45}" dt="2025-12-11T03:11:47.078" v="22" actId="47"/>
        <pc:sldMkLst>
          <pc:docMk/>
          <pc:sldMk cId="819795345" sldId="276"/>
        </pc:sldMkLst>
      </pc:sldChg>
      <pc:sldChg chg="del">
        <pc:chgData name="Al Sow" userId="b4c7711c311c70c0" providerId="LiveId" clId="{A2F2203E-2C14-4B4E-99A8-6E2E50875B45}" dt="2025-12-11T03:10:53.780" v="3" actId="47"/>
        <pc:sldMkLst>
          <pc:docMk/>
          <pc:sldMk cId="1691863932" sldId="277"/>
        </pc:sldMkLst>
      </pc:sldChg>
      <pc:sldChg chg="modSp mod">
        <pc:chgData name="Al Sow" userId="b4c7711c311c70c0" providerId="LiveId" clId="{A2F2203E-2C14-4B4E-99A8-6E2E50875B45}" dt="2025-12-11T03:12:37.800" v="23" actId="255"/>
        <pc:sldMkLst>
          <pc:docMk/>
          <pc:sldMk cId="1584085768" sldId="279"/>
        </pc:sldMkLst>
        <pc:spChg chg="mod">
          <ac:chgData name="Al Sow" userId="b4c7711c311c70c0" providerId="LiveId" clId="{A2F2203E-2C14-4B4E-99A8-6E2E50875B45}" dt="2025-12-11T03:12:37.800" v="23" actId="255"/>
          <ac:spMkLst>
            <pc:docMk/>
            <pc:sldMk cId="1584085768" sldId="279"/>
            <ac:spMk id="2" creationId="{C479FEA2-50C6-C7EF-E004-93C435625220}"/>
          </ac:spMkLst>
        </pc:spChg>
      </pc:sldChg>
      <pc:sldChg chg="modSp mod">
        <pc:chgData name="Al Sow" userId="b4c7711c311c70c0" providerId="LiveId" clId="{A2F2203E-2C14-4B4E-99A8-6E2E50875B45}" dt="2025-12-11T03:12:47.102" v="24" actId="255"/>
        <pc:sldMkLst>
          <pc:docMk/>
          <pc:sldMk cId="1182643846" sldId="280"/>
        </pc:sldMkLst>
        <pc:spChg chg="mod">
          <ac:chgData name="Al Sow" userId="b4c7711c311c70c0" providerId="LiveId" clId="{A2F2203E-2C14-4B4E-99A8-6E2E50875B45}" dt="2025-12-11T03:12:47.102" v="24" actId="255"/>
          <ac:spMkLst>
            <pc:docMk/>
            <pc:sldMk cId="1182643846" sldId="280"/>
            <ac:spMk id="2" creationId="{C2EEF389-99F4-9E1F-3EA5-7D9124EF62C0}"/>
          </ac:spMkLst>
        </pc:spChg>
      </pc:sldChg>
      <pc:sldChg chg="modSp mod">
        <pc:chgData name="Al Sow" userId="b4c7711c311c70c0" providerId="LiveId" clId="{A2F2203E-2C14-4B4E-99A8-6E2E50875B45}" dt="2025-12-11T03:17:15.295" v="37" actId="2711"/>
        <pc:sldMkLst>
          <pc:docMk/>
          <pc:sldMk cId="3741101413" sldId="281"/>
        </pc:sldMkLst>
        <pc:spChg chg="mod">
          <ac:chgData name="Al Sow" userId="b4c7711c311c70c0" providerId="LiveId" clId="{A2F2203E-2C14-4B4E-99A8-6E2E50875B45}" dt="2025-12-11T03:17:15.295" v="37" actId="2711"/>
          <ac:spMkLst>
            <pc:docMk/>
            <pc:sldMk cId="3741101413" sldId="281"/>
            <ac:spMk id="3" creationId="{43A4226B-0962-BEFE-96F6-956B65511BB1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05C6B3-D64B-435D-89CB-A5C9985456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D0ECC2-A23D-4B4F-9816-E9A0720F76CE}">
      <dgm:prSet/>
      <dgm:spPr/>
      <dgm:t>
        <a:bodyPr/>
        <a:lstStyle/>
        <a:p>
          <a:r>
            <a:rPr lang="en-US"/>
            <a:t>Objective:</a:t>
          </a:r>
        </a:p>
      </dgm:t>
    </dgm:pt>
    <dgm:pt modelId="{3B2873B3-E735-4AED-B6F5-D602B5683DAD}" type="parTrans" cxnId="{B0DAC5B9-B1A7-438B-9524-EC794FD01656}">
      <dgm:prSet/>
      <dgm:spPr/>
      <dgm:t>
        <a:bodyPr/>
        <a:lstStyle/>
        <a:p>
          <a:endParaRPr lang="en-US"/>
        </a:p>
      </dgm:t>
    </dgm:pt>
    <dgm:pt modelId="{84D0AB65-15C4-4ADC-8AAA-F08725A8F0EA}" type="sibTrans" cxnId="{B0DAC5B9-B1A7-438B-9524-EC794FD01656}">
      <dgm:prSet/>
      <dgm:spPr/>
      <dgm:t>
        <a:bodyPr/>
        <a:lstStyle/>
        <a:p>
          <a:endParaRPr lang="en-US"/>
        </a:p>
      </dgm:t>
    </dgm:pt>
    <dgm:pt modelId="{AE7BD29E-9075-4282-8F8B-7AE2C1AABF6E}">
      <dgm:prSet/>
      <dgm:spPr/>
      <dgm:t>
        <a:bodyPr/>
        <a:lstStyle/>
        <a:p>
          <a:r>
            <a:rPr lang="en-US"/>
            <a:t>• CPU scheduling simulator</a:t>
          </a:r>
        </a:p>
      </dgm:t>
    </dgm:pt>
    <dgm:pt modelId="{7DEE936C-084D-4E5B-A307-15B0677C5629}" type="parTrans" cxnId="{05E864EA-F240-44BB-89A4-C48069F21DF2}">
      <dgm:prSet/>
      <dgm:spPr/>
      <dgm:t>
        <a:bodyPr/>
        <a:lstStyle/>
        <a:p>
          <a:endParaRPr lang="en-US"/>
        </a:p>
      </dgm:t>
    </dgm:pt>
    <dgm:pt modelId="{9F4D4F3B-F0A9-4883-8A7B-D11DB205876E}" type="sibTrans" cxnId="{05E864EA-F240-44BB-89A4-C48069F21DF2}">
      <dgm:prSet/>
      <dgm:spPr/>
      <dgm:t>
        <a:bodyPr/>
        <a:lstStyle/>
        <a:p>
          <a:endParaRPr lang="en-US"/>
        </a:p>
      </dgm:t>
    </dgm:pt>
    <dgm:pt modelId="{E0CEE35C-7EAA-440B-9E5A-7DAA231E0AA1}">
      <dgm:prSet/>
      <dgm:spPr/>
      <dgm:t>
        <a:bodyPr/>
        <a:lstStyle/>
        <a:p>
          <a:r>
            <a:rPr lang="en-US"/>
            <a:t>• 5 classic algorithms</a:t>
          </a:r>
        </a:p>
      </dgm:t>
    </dgm:pt>
    <dgm:pt modelId="{1B0BDF23-71CF-4489-9116-DF4118ED1AA6}" type="parTrans" cxnId="{7632C340-40E8-4604-92E2-81B58668D400}">
      <dgm:prSet/>
      <dgm:spPr/>
      <dgm:t>
        <a:bodyPr/>
        <a:lstStyle/>
        <a:p>
          <a:endParaRPr lang="en-US"/>
        </a:p>
      </dgm:t>
    </dgm:pt>
    <dgm:pt modelId="{B4AE7896-736E-4E7B-A552-DFD078E81491}" type="sibTrans" cxnId="{7632C340-40E8-4604-92E2-81B58668D400}">
      <dgm:prSet/>
      <dgm:spPr/>
      <dgm:t>
        <a:bodyPr/>
        <a:lstStyle/>
        <a:p>
          <a:endParaRPr lang="en-US"/>
        </a:p>
      </dgm:t>
    </dgm:pt>
    <dgm:pt modelId="{E2577435-2284-49CC-BE72-0B901F16C128}">
      <dgm:prSet/>
      <dgm:spPr/>
      <dgm:t>
        <a:bodyPr/>
        <a:lstStyle/>
        <a:p>
          <a:r>
            <a:rPr lang="en-US"/>
            <a:t>• Visualization &amp; metrics</a:t>
          </a:r>
        </a:p>
      </dgm:t>
    </dgm:pt>
    <dgm:pt modelId="{E9517F84-C382-49FB-8935-0A8BF5F516DD}" type="parTrans" cxnId="{E17B8BF6-04E2-4830-AAB8-7F7CF920280B}">
      <dgm:prSet/>
      <dgm:spPr/>
      <dgm:t>
        <a:bodyPr/>
        <a:lstStyle/>
        <a:p>
          <a:endParaRPr lang="en-US"/>
        </a:p>
      </dgm:t>
    </dgm:pt>
    <dgm:pt modelId="{CA08C80A-9570-4A4E-BA22-C25C659DA17C}" type="sibTrans" cxnId="{E17B8BF6-04E2-4830-AAB8-7F7CF920280B}">
      <dgm:prSet/>
      <dgm:spPr/>
      <dgm:t>
        <a:bodyPr/>
        <a:lstStyle/>
        <a:p>
          <a:endParaRPr lang="en-US"/>
        </a:p>
      </dgm:t>
    </dgm:pt>
    <dgm:pt modelId="{6784B685-A2D6-445E-916C-5FA639F232C1}">
      <dgm:prSet/>
      <dgm:spPr/>
      <dgm:t>
        <a:bodyPr/>
        <a:lstStyle/>
        <a:p>
          <a:r>
            <a:rPr lang="en-US"/>
            <a:t>• Professional testing</a:t>
          </a:r>
        </a:p>
      </dgm:t>
    </dgm:pt>
    <dgm:pt modelId="{36E753CC-2823-4A2A-A5DC-A473CCD7342C}" type="parTrans" cxnId="{03872A44-7A94-4B70-8B90-97EAF9223579}">
      <dgm:prSet/>
      <dgm:spPr/>
      <dgm:t>
        <a:bodyPr/>
        <a:lstStyle/>
        <a:p>
          <a:endParaRPr lang="en-US"/>
        </a:p>
      </dgm:t>
    </dgm:pt>
    <dgm:pt modelId="{8C025E7F-BAE2-4797-BC0C-374779A6F3DF}" type="sibTrans" cxnId="{03872A44-7A94-4B70-8B90-97EAF9223579}">
      <dgm:prSet/>
      <dgm:spPr/>
      <dgm:t>
        <a:bodyPr/>
        <a:lstStyle/>
        <a:p>
          <a:endParaRPr lang="en-US"/>
        </a:p>
      </dgm:t>
    </dgm:pt>
    <dgm:pt modelId="{91709962-A6EB-4089-972D-321BEE029105}" type="pres">
      <dgm:prSet presAssocID="{6605C6B3-D64B-435D-89CB-A5C998545639}" presName="linear" presStyleCnt="0">
        <dgm:presLayoutVars>
          <dgm:animLvl val="lvl"/>
          <dgm:resizeHandles val="exact"/>
        </dgm:presLayoutVars>
      </dgm:prSet>
      <dgm:spPr/>
    </dgm:pt>
    <dgm:pt modelId="{5A59AB85-1792-44BA-8DA4-E89B991BE229}" type="pres">
      <dgm:prSet presAssocID="{B0D0ECC2-A23D-4B4F-9816-E9A0720F76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098780A-88F2-495B-B329-1885B8C60A1D}" type="pres">
      <dgm:prSet presAssocID="{84D0AB65-15C4-4ADC-8AAA-F08725A8F0EA}" presName="spacer" presStyleCnt="0"/>
      <dgm:spPr/>
    </dgm:pt>
    <dgm:pt modelId="{5A01050C-E75A-46D5-BD16-5641D44B8521}" type="pres">
      <dgm:prSet presAssocID="{AE7BD29E-9075-4282-8F8B-7AE2C1AABF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01F61D4-742C-4BFF-9B86-0B0987349272}" type="pres">
      <dgm:prSet presAssocID="{9F4D4F3B-F0A9-4883-8A7B-D11DB205876E}" presName="spacer" presStyleCnt="0"/>
      <dgm:spPr/>
    </dgm:pt>
    <dgm:pt modelId="{03673206-1B94-4EB8-9306-DC264277E59B}" type="pres">
      <dgm:prSet presAssocID="{E0CEE35C-7EAA-440B-9E5A-7DAA231E0A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D5999C-4B3A-4050-8D95-D43ABC65C4D8}" type="pres">
      <dgm:prSet presAssocID="{B4AE7896-736E-4E7B-A552-DFD078E81491}" presName="spacer" presStyleCnt="0"/>
      <dgm:spPr/>
    </dgm:pt>
    <dgm:pt modelId="{05A7C14E-AEBB-4966-B8F1-2AEFA5CB7460}" type="pres">
      <dgm:prSet presAssocID="{E2577435-2284-49CC-BE72-0B901F16C1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7013728-2B5E-4AF8-AE6D-0353E7C57C45}" type="pres">
      <dgm:prSet presAssocID="{CA08C80A-9570-4A4E-BA22-C25C659DA17C}" presName="spacer" presStyleCnt="0"/>
      <dgm:spPr/>
    </dgm:pt>
    <dgm:pt modelId="{06D37EA3-17EC-4DDC-B46B-C801D97DC55E}" type="pres">
      <dgm:prSet presAssocID="{6784B685-A2D6-445E-916C-5FA639F232C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8BF2B0A-EEB5-4AC2-805F-F0EAAEA834AB}" type="presOf" srcId="{6605C6B3-D64B-435D-89CB-A5C998545639}" destId="{91709962-A6EB-4089-972D-321BEE029105}" srcOrd="0" destOrd="0" presId="urn:microsoft.com/office/officeart/2005/8/layout/vList2"/>
    <dgm:cxn modelId="{3E0AE118-8CBD-40D3-972E-61AEC2AF5C34}" type="presOf" srcId="{AE7BD29E-9075-4282-8F8B-7AE2C1AABF6E}" destId="{5A01050C-E75A-46D5-BD16-5641D44B8521}" srcOrd="0" destOrd="0" presId="urn:microsoft.com/office/officeart/2005/8/layout/vList2"/>
    <dgm:cxn modelId="{E04E2419-B066-4997-8243-22342C5EB3D7}" type="presOf" srcId="{E2577435-2284-49CC-BE72-0B901F16C128}" destId="{05A7C14E-AEBB-4966-B8F1-2AEFA5CB7460}" srcOrd="0" destOrd="0" presId="urn:microsoft.com/office/officeart/2005/8/layout/vList2"/>
    <dgm:cxn modelId="{21619F1F-5A4B-4400-889C-0068730DEE8F}" type="presOf" srcId="{E0CEE35C-7EAA-440B-9E5A-7DAA231E0AA1}" destId="{03673206-1B94-4EB8-9306-DC264277E59B}" srcOrd="0" destOrd="0" presId="urn:microsoft.com/office/officeart/2005/8/layout/vList2"/>
    <dgm:cxn modelId="{7632C340-40E8-4604-92E2-81B58668D400}" srcId="{6605C6B3-D64B-435D-89CB-A5C998545639}" destId="{E0CEE35C-7EAA-440B-9E5A-7DAA231E0AA1}" srcOrd="2" destOrd="0" parTransId="{1B0BDF23-71CF-4489-9116-DF4118ED1AA6}" sibTransId="{B4AE7896-736E-4E7B-A552-DFD078E81491}"/>
    <dgm:cxn modelId="{03872A44-7A94-4B70-8B90-97EAF9223579}" srcId="{6605C6B3-D64B-435D-89CB-A5C998545639}" destId="{6784B685-A2D6-445E-916C-5FA639F232C1}" srcOrd="4" destOrd="0" parTransId="{36E753CC-2823-4A2A-A5DC-A473CCD7342C}" sibTransId="{8C025E7F-BAE2-4797-BC0C-374779A6F3DF}"/>
    <dgm:cxn modelId="{C485964D-353B-41C9-BA59-B86B84A5617D}" type="presOf" srcId="{6784B685-A2D6-445E-916C-5FA639F232C1}" destId="{06D37EA3-17EC-4DDC-B46B-C801D97DC55E}" srcOrd="0" destOrd="0" presId="urn:microsoft.com/office/officeart/2005/8/layout/vList2"/>
    <dgm:cxn modelId="{7F19C9B3-4FA2-4CBE-BD60-B0B7273874C9}" type="presOf" srcId="{B0D0ECC2-A23D-4B4F-9816-E9A0720F76CE}" destId="{5A59AB85-1792-44BA-8DA4-E89B991BE229}" srcOrd="0" destOrd="0" presId="urn:microsoft.com/office/officeart/2005/8/layout/vList2"/>
    <dgm:cxn modelId="{B0DAC5B9-B1A7-438B-9524-EC794FD01656}" srcId="{6605C6B3-D64B-435D-89CB-A5C998545639}" destId="{B0D0ECC2-A23D-4B4F-9816-E9A0720F76CE}" srcOrd="0" destOrd="0" parTransId="{3B2873B3-E735-4AED-B6F5-D602B5683DAD}" sibTransId="{84D0AB65-15C4-4ADC-8AAA-F08725A8F0EA}"/>
    <dgm:cxn modelId="{05E864EA-F240-44BB-89A4-C48069F21DF2}" srcId="{6605C6B3-D64B-435D-89CB-A5C998545639}" destId="{AE7BD29E-9075-4282-8F8B-7AE2C1AABF6E}" srcOrd="1" destOrd="0" parTransId="{7DEE936C-084D-4E5B-A307-15B0677C5629}" sibTransId="{9F4D4F3B-F0A9-4883-8A7B-D11DB205876E}"/>
    <dgm:cxn modelId="{E17B8BF6-04E2-4830-AAB8-7F7CF920280B}" srcId="{6605C6B3-D64B-435D-89CB-A5C998545639}" destId="{E2577435-2284-49CC-BE72-0B901F16C128}" srcOrd="3" destOrd="0" parTransId="{E9517F84-C382-49FB-8935-0A8BF5F516DD}" sibTransId="{CA08C80A-9570-4A4E-BA22-C25C659DA17C}"/>
    <dgm:cxn modelId="{91D714E1-CB41-4945-B554-18B9C2F872A5}" type="presParOf" srcId="{91709962-A6EB-4089-972D-321BEE029105}" destId="{5A59AB85-1792-44BA-8DA4-E89B991BE229}" srcOrd="0" destOrd="0" presId="urn:microsoft.com/office/officeart/2005/8/layout/vList2"/>
    <dgm:cxn modelId="{C71C308C-321D-4224-B0B9-646EC251BC2B}" type="presParOf" srcId="{91709962-A6EB-4089-972D-321BEE029105}" destId="{3098780A-88F2-495B-B329-1885B8C60A1D}" srcOrd="1" destOrd="0" presId="urn:microsoft.com/office/officeart/2005/8/layout/vList2"/>
    <dgm:cxn modelId="{5CC52F0E-E97C-421F-9541-E76D3D72AC39}" type="presParOf" srcId="{91709962-A6EB-4089-972D-321BEE029105}" destId="{5A01050C-E75A-46D5-BD16-5641D44B8521}" srcOrd="2" destOrd="0" presId="urn:microsoft.com/office/officeart/2005/8/layout/vList2"/>
    <dgm:cxn modelId="{00F87B76-831D-467B-A9CF-96F3020F192C}" type="presParOf" srcId="{91709962-A6EB-4089-972D-321BEE029105}" destId="{601F61D4-742C-4BFF-9B86-0B0987349272}" srcOrd="3" destOrd="0" presId="urn:microsoft.com/office/officeart/2005/8/layout/vList2"/>
    <dgm:cxn modelId="{F682E905-7432-47E2-B517-EAB0DE8269E7}" type="presParOf" srcId="{91709962-A6EB-4089-972D-321BEE029105}" destId="{03673206-1B94-4EB8-9306-DC264277E59B}" srcOrd="4" destOrd="0" presId="urn:microsoft.com/office/officeart/2005/8/layout/vList2"/>
    <dgm:cxn modelId="{F074DBF2-13F3-45BC-AC0A-CF87ADEE98D2}" type="presParOf" srcId="{91709962-A6EB-4089-972D-321BEE029105}" destId="{96D5999C-4B3A-4050-8D95-D43ABC65C4D8}" srcOrd="5" destOrd="0" presId="urn:microsoft.com/office/officeart/2005/8/layout/vList2"/>
    <dgm:cxn modelId="{1A3AE8D0-4326-471C-B127-0782B827D21A}" type="presParOf" srcId="{91709962-A6EB-4089-972D-321BEE029105}" destId="{05A7C14E-AEBB-4966-B8F1-2AEFA5CB7460}" srcOrd="6" destOrd="0" presId="urn:microsoft.com/office/officeart/2005/8/layout/vList2"/>
    <dgm:cxn modelId="{76B9D829-BDBD-4033-BDBF-F594F18FE08E}" type="presParOf" srcId="{91709962-A6EB-4089-972D-321BEE029105}" destId="{C7013728-2B5E-4AF8-AE6D-0353E7C57C45}" srcOrd="7" destOrd="0" presId="urn:microsoft.com/office/officeart/2005/8/layout/vList2"/>
    <dgm:cxn modelId="{E6DF2FAA-A9A2-4C8A-870A-B88178A0C3BB}" type="presParOf" srcId="{91709962-A6EB-4089-972D-321BEE029105}" destId="{06D37EA3-17EC-4DDC-B46B-C801D97DC5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2956A-09BF-45B2-AA96-9244BE53F0B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A65208-181D-4E9D-9CBB-EF7B88EE0E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C++17</a:t>
          </a:r>
        </a:p>
      </dgm:t>
    </dgm:pt>
    <dgm:pt modelId="{11194C9D-E4CC-4506-ABAB-239C346C315A}" type="parTrans" cxnId="{14FFE28E-DD1D-43C7-887A-6CE54E5CF323}">
      <dgm:prSet/>
      <dgm:spPr/>
      <dgm:t>
        <a:bodyPr/>
        <a:lstStyle/>
        <a:p>
          <a:endParaRPr lang="en-US"/>
        </a:p>
      </dgm:t>
    </dgm:pt>
    <dgm:pt modelId="{41F1AD3B-9C4A-4CDF-A5FE-EA422489E52B}" type="sibTrans" cxnId="{14FFE28E-DD1D-43C7-887A-6CE54E5CF323}">
      <dgm:prSet/>
      <dgm:spPr/>
      <dgm:t>
        <a:bodyPr/>
        <a:lstStyle/>
        <a:p>
          <a:endParaRPr lang="en-US"/>
        </a:p>
      </dgm:t>
    </dgm:pt>
    <dgm:pt modelId="{A2B1B745-3216-477A-9793-FD35D17992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FreeBSD</a:t>
          </a:r>
        </a:p>
      </dgm:t>
    </dgm:pt>
    <dgm:pt modelId="{A8598B53-FE26-46BF-95F7-104B83B7E5B2}" type="parTrans" cxnId="{563DC0D8-65B1-40AF-97F0-4AF151034E87}">
      <dgm:prSet/>
      <dgm:spPr/>
      <dgm:t>
        <a:bodyPr/>
        <a:lstStyle/>
        <a:p>
          <a:endParaRPr lang="en-US"/>
        </a:p>
      </dgm:t>
    </dgm:pt>
    <dgm:pt modelId="{A5A0D053-3858-4E16-ABC6-F74DA10C94B5}" type="sibTrans" cxnId="{563DC0D8-65B1-40AF-97F0-4AF151034E87}">
      <dgm:prSet/>
      <dgm:spPr/>
      <dgm:t>
        <a:bodyPr/>
        <a:lstStyle/>
        <a:p>
          <a:endParaRPr lang="en-US"/>
        </a:p>
      </dgm:t>
    </dgm:pt>
    <dgm:pt modelId="{466A2B17-D908-4CB8-AF04-83BFD9013D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Google Test</a:t>
          </a:r>
        </a:p>
      </dgm:t>
    </dgm:pt>
    <dgm:pt modelId="{DAB3F6CA-29BA-49A4-BBF9-B03166ABA6BB}" type="parTrans" cxnId="{B4F8AC6A-8804-4971-BEA1-BEFE487FA7D4}">
      <dgm:prSet/>
      <dgm:spPr/>
      <dgm:t>
        <a:bodyPr/>
        <a:lstStyle/>
        <a:p>
          <a:endParaRPr lang="en-US"/>
        </a:p>
      </dgm:t>
    </dgm:pt>
    <dgm:pt modelId="{E638776B-BF20-4EFE-B5E4-4E3C2A478175}" type="sibTrans" cxnId="{B4F8AC6A-8804-4971-BEA1-BEFE487FA7D4}">
      <dgm:prSet/>
      <dgm:spPr/>
      <dgm:t>
        <a:bodyPr/>
        <a:lstStyle/>
        <a:p>
          <a:endParaRPr lang="en-US"/>
        </a:p>
      </dgm:t>
    </dgm:pt>
    <dgm:pt modelId="{1809A498-1CDC-4DFA-9542-12C81CD0850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GNU Make</a:t>
          </a:r>
        </a:p>
      </dgm:t>
    </dgm:pt>
    <dgm:pt modelId="{C17BA187-5059-4D33-B4AC-162DB5ECFB91}" type="parTrans" cxnId="{180973BC-AEE7-4FC3-B008-B6DA208BEE27}">
      <dgm:prSet/>
      <dgm:spPr/>
      <dgm:t>
        <a:bodyPr/>
        <a:lstStyle/>
        <a:p>
          <a:endParaRPr lang="en-US"/>
        </a:p>
      </dgm:t>
    </dgm:pt>
    <dgm:pt modelId="{EF7AB401-8737-460B-A84B-ECCBA1BBC028}" type="sibTrans" cxnId="{180973BC-AEE7-4FC3-B008-B6DA208BEE27}">
      <dgm:prSet/>
      <dgm:spPr/>
      <dgm:t>
        <a:bodyPr/>
        <a:lstStyle/>
        <a:p>
          <a:endParaRPr lang="en-US"/>
        </a:p>
      </dgm:t>
    </dgm:pt>
    <dgm:pt modelId="{A0F1B828-48D2-4CE4-A4EA-B9639068C6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Git/GitHub</a:t>
          </a:r>
        </a:p>
      </dgm:t>
    </dgm:pt>
    <dgm:pt modelId="{AD2D2B45-92B4-4F22-9E1D-4769D2330E76}" type="parTrans" cxnId="{05C6E218-E966-4872-B9DF-86A3C2EC33E9}">
      <dgm:prSet/>
      <dgm:spPr/>
      <dgm:t>
        <a:bodyPr/>
        <a:lstStyle/>
        <a:p>
          <a:endParaRPr lang="en-US"/>
        </a:p>
      </dgm:t>
    </dgm:pt>
    <dgm:pt modelId="{C0E1AAB8-27CE-456F-AD69-074F7ACC33D4}" type="sibTrans" cxnId="{05C6E218-E966-4872-B9DF-86A3C2EC33E9}">
      <dgm:prSet/>
      <dgm:spPr/>
      <dgm:t>
        <a:bodyPr/>
        <a:lstStyle/>
        <a:p>
          <a:endParaRPr lang="en-US"/>
        </a:p>
      </dgm:t>
    </dgm:pt>
    <dgm:pt modelId="{68C7408E-93E2-46F3-A323-BAB0B5EE98DF}" type="pres">
      <dgm:prSet presAssocID="{9822956A-09BF-45B2-AA96-9244BE53F0B8}" presName="root" presStyleCnt="0">
        <dgm:presLayoutVars>
          <dgm:dir/>
          <dgm:resizeHandles val="exact"/>
        </dgm:presLayoutVars>
      </dgm:prSet>
      <dgm:spPr/>
    </dgm:pt>
    <dgm:pt modelId="{1DA2D233-E71B-4E16-90DF-3364E42A51E4}" type="pres">
      <dgm:prSet presAssocID="{03A65208-181D-4E9D-9CBB-EF7B88EE0E79}" presName="compNode" presStyleCnt="0"/>
      <dgm:spPr/>
    </dgm:pt>
    <dgm:pt modelId="{C18DDFCB-FB7C-4150-B955-63585BE7B298}" type="pres">
      <dgm:prSet presAssocID="{03A65208-181D-4E9D-9CBB-EF7B88EE0E79}" presName="iconBgRect" presStyleLbl="bgShp" presStyleIdx="0" presStyleCnt="5"/>
      <dgm:spPr/>
    </dgm:pt>
    <dgm:pt modelId="{FD1C6C0D-1527-47E6-9B6A-E8B457D2AA5D}" type="pres">
      <dgm:prSet presAssocID="{03A65208-181D-4E9D-9CBB-EF7B88EE0E7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rve"/>
        </a:ext>
      </dgm:extLst>
    </dgm:pt>
    <dgm:pt modelId="{B001B58B-640C-49D7-BAFE-5BB654EF36B1}" type="pres">
      <dgm:prSet presAssocID="{03A65208-181D-4E9D-9CBB-EF7B88EE0E79}" presName="spaceRect" presStyleCnt="0"/>
      <dgm:spPr/>
    </dgm:pt>
    <dgm:pt modelId="{A446EDB3-AD84-4B03-9731-503D955F1AD2}" type="pres">
      <dgm:prSet presAssocID="{03A65208-181D-4E9D-9CBB-EF7B88EE0E79}" presName="textRect" presStyleLbl="revTx" presStyleIdx="0" presStyleCnt="5">
        <dgm:presLayoutVars>
          <dgm:chMax val="1"/>
          <dgm:chPref val="1"/>
        </dgm:presLayoutVars>
      </dgm:prSet>
      <dgm:spPr/>
    </dgm:pt>
    <dgm:pt modelId="{45B4A06A-718E-4273-ACFA-C5F76AA45AFD}" type="pres">
      <dgm:prSet presAssocID="{41F1AD3B-9C4A-4CDF-A5FE-EA422489E52B}" presName="sibTrans" presStyleCnt="0"/>
      <dgm:spPr/>
    </dgm:pt>
    <dgm:pt modelId="{8CEDD08C-2A53-4BE6-B6F6-792D1AD085C1}" type="pres">
      <dgm:prSet presAssocID="{A2B1B745-3216-477A-9793-FD35D1799299}" presName="compNode" presStyleCnt="0"/>
      <dgm:spPr/>
    </dgm:pt>
    <dgm:pt modelId="{9BD962B6-6DD4-4FD0-AB48-06AF3DA54946}" type="pres">
      <dgm:prSet presAssocID="{A2B1B745-3216-477A-9793-FD35D1799299}" presName="iconBgRect" presStyleLbl="bgShp" presStyleIdx="1" presStyleCnt="5"/>
      <dgm:spPr/>
    </dgm:pt>
    <dgm:pt modelId="{7B9EAF67-8727-4E5F-BD80-7D9BDBFF455A}" type="pres">
      <dgm:prSet presAssocID="{A2B1B745-3216-477A-9793-FD35D179929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85D3049-909B-4716-B1A3-873C59CCB091}" type="pres">
      <dgm:prSet presAssocID="{A2B1B745-3216-477A-9793-FD35D1799299}" presName="spaceRect" presStyleCnt="0"/>
      <dgm:spPr/>
    </dgm:pt>
    <dgm:pt modelId="{4A1A3C5F-D2A2-4094-8B48-06417C52D1F6}" type="pres">
      <dgm:prSet presAssocID="{A2B1B745-3216-477A-9793-FD35D1799299}" presName="textRect" presStyleLbl="revTx" presStyleIdx="1" presStyleCnt="5">
        <dgm:presLayoutVars>
          <dgm:chMax val="1"/>
          <dgm:chPref val="1"/>
        </dgm:presLayoutVars>
      </dgm:prSet>
      <dgm:spPr/>
    </dgm:pt>
    <dgm:pt modelId="{FD9DD730-A1FB-4B87-B1B3-41DD4B18ADE9}" type="pres">
      <dgm:prSet presAssocID="{A5A0D053-3858-4E16-ABC6-F74DA10C94B5}" presName="sibTrans" presStyleCnt="0"/>
      <dgm:spPr/>
    </dgm:pt>
    <dgm:pt modelId="{4600D36F-B5CF-4C51-B157-6AE0952E6112}" type="pres">
      <dgm:prSet presAssocID="{466A2B17-D908-4CB8-AF04-83BFD9013DF6}" presName="compNode" presStyleCnt="0"/>
      <dgm:spPr/>
    </dgm:pt>
    <dgm:pt modelId="{094B51CA-1602-4D64-8375-B7ED8BC7B3CB}" type="pres">
      <dgm:prSet presAssocID="{466A2B17-D908-4CB8-AF04-83BFD9013DF6}" presName="iconBgRect" presStyleLbl="bgShp" presStyleIdx="2" presStyleCnt="5"/>
      <dgm:spPr/>
    </dgm:pt>
    <dgm:pt modelId="{6AE0C6B9-A859-461E-A8B3-E6CD7D40B233}" type="pres">
      <dgm:prSet presAssocID="{466A2B17-D908-4CB8-AF04-83BFD9013DF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644E2CD-1FB9-4DC5-AA03-0992D5CF70E3}" type="pres">
      <dgm:prSet presAssocID="{466A2B17-D908-4CB8-AF04-83BFD9013DF6}" presName="spaceRect" presStyleCnt="0"/>
      <dgm:spPr/>
    </dgm:pt>
    <dgm:pt modelId="{97548124-B159-40B8-AAA4-E49A948E2DC0}" type="pres">
      <dgm:prSet presAssocID="{466A2B17-D908-4CB8-AF04-83BFD9013DF6}" presName="textRect" presStyleLbl="revTx" presStyleIdx="2" presStyleCnt="5">
        <dgm:presLayoutVars>
          <dgm:chMax val="1"/>
          <dgm:chPref val="1"/>
        </dgm:presLayoutVars>
      </dgm:prSet>
      <dgm:spPr/>
    </dgm:pt>
    <dgm:pt modelId="{91A0FD96-18F0-4F42-A576-F090CB4C2C06}" type="pres">
      <dgm:prSet presAssocID="{E638776B-BF20-4EFE-B5E4-4E3C2A478175}" presName="sibTrans" presStyleCnt="0"/>
      <dgm:spPr/>
    </dgm:pt>
    <dgm:pt modelId="{D94D89DF-BF37-4336-8AA9-D18B32EEFCF4}" type="pres">
      <dgm:prSet presAssocID="{1809A498-1CDC-4DFA-9542-12C81CD08509}" presName="compNode" presStyleCnt="0"/>
      <dgm:spPr/>
    </dgm:pt>
    <dgm:pt modelId="{00B542DE-E036-4D30-8668-7A37735072BB}" type="pres">
      <dgm:prSet presAssocID="{1809A498-1CDC-4DFA-9542-12C81CD08509}" presName="iconBgRect" presStyleLbl="bgShp" presStyleIdx="3" presStyleCnt="5"/>
      <dgm:spPr/>
    </dgm:pt>
    <dgm:pt modelId="{A375313C-2779-4FF3-8468-88F73A0F0E27}" type="pres">
      <dgm:prSet presAssocID="{1809A498-1CDC-4DFA-9542-12C81CD0850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EB6BBCB-84BC-47D0-B40D-B2A05F647900}" type="pres">
      <dgm:prSet presAssocID="{1809A498-1CDC-4DFA-9542-12C81CD08509}" presName="spaceRect" presStyleCnt="0"/>
      <dgm:spPr/>
    </dgm:pt>
    <dgm:pt modelId="{0BE258D1-9C5C-40C0-9226-11C34ADA2D42}" type="pres">
      <dgm:prSet presAssocID="{1809A498-1CDC-4DFA-9542-12C81CD08509}" presName="textRect" presStyleLbl="revTx" presStyleIdx="3" presStyleCnt="5">
        <dgm:presLayoutVars>
          <dgm:chMax val="1"/>
          <dgm:chPref val="1"/>
        </dgm:presLayoutVars>
      </dgm:prSet>
      <dgm:spPr/>
    </dgm:pt>
    <dgm:pt modelId="{D1EA8028-F423-4E81-A459-9817BAB36769}" type="pres">
      <dgm:prSet presAssocID="{EF7AB401-8737-460B-A84B-ECCBA1BBC028}" presName="sibTrans" presStyleCnt="0"/>
      <dgm:spPr/>
    </dgm:pt>
    <dgm:pt modelId="{B3CDD66B-F659-43A0-946F-A934CAAB3774}" type="pres">
      <dgm:prSet presAssocID="{A0F1B828-48D2-4CE4-A4EA-B9639068C631}" presName="compNode" presStyleCnt="0"/>
      <dgm:spPr/>
    </dgm:pt>
    <dgm:pt modelId="{610D4C01-A33E-42DA-9955-0086D1B2DE09}" type="pres">
      <dgm:prSet presAssocID="{A0F1B828-48D2-4CE4-A4EA-B9639068C631}" presName="iconBgRect" presStyleLbl="bgShp" presStyleIdx="4" presStyleCnt="5"/>
      <dgm:spPr/>
    </dgm:pt>
    <dgm:pt modelId="{D359F75C-BAB8-4302-8508-0E54ADC351CE}" type="pres">
      <dgm:prSet presAssocID="{A0F1B828-48D2-4CE4-A4EA-B9639068C63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176ADFC-2772-40B6-9CB0-15E4E63863C9}" type="pres">
      <dgm:prSet presAssocID="{A0F1B828-48D2-4CE4-A4EA-B9639068C631}" presName="spaceRect" presStyleCnt="0"/>
      <dgm:spPr/>
    </dgm:pt>
    <dgm:pt modelId="{3BAEDD38-489E-4730-9B9F-94FC3AA38E62}" type="pres">
      <dgm:prSet presAssocID="{A0F1B828-48D2-4CE4-A4EA-B9639068C63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5C6E218-E966-4872-B9DF-86A3C2EC33E9}" srcId="{9822956A-09BF-45B2-AA96-9244BE53F0B8}" destId="{A0F1B828-48D2-4CE4-A4EA-B9639068C631}" srcOrd="4" destOrd="0" parTransId="{AD2D2B45-92B4-4F22-9E1D-4769D2330E76}" sibTransId="{C0E1AAB8-27CE-456F-AD69-074F7ACC33D4}"/>
    <dgm:cxn modelId="{0888C764-4DEB-4C3E-AB58-B470D6C848F8}" type="presOf" srcId="{1809A498-1CDC-4DFA-9542-12C81CD08509}" destId="{0BE258D1-9C5C-40C0-9226-11C34ADA2D42}" srcOrd="0" destOrd="0" presId="urn:microsoft.com/office/officeart/2018/5/layout/IconCircleLabelList"/>
    <dgm:cxn modelId="{B4F8AC6A-8804-4971-BEA1-BEFE487FA7D4}" srcId="{9822956A-09BF-45B2-AA96-9244BE53F0B8}" destId="{466A2B17-D908-4CB8-AF04-83BFD9013DF6}" srcOrd="2" destOrd="0" parTransId="{DAB3F6CA-29BA-49A4-BBF9-B03166ABA6BB}" sibTransId="{E638776B-BF20-4EFE-B5E4-4E3C2A478175}"/>
    <dgm:cxn modelId="{90F1C055-E890-4F1B-841C-0573D1CE49DC}" type="presOf" srcId="{A2B1B745-3216-477A-9793-FD35D1799299}" destId="{4A1A3C5F-D2A2-4094-8B48-06417C52D1F6}" srcOrd="0" destOrd="0" presId="urn:microsoft.com/office/officeart/2018/5/layout/IconCircleLabelList"/>
    <dgm:cxn modelId="{3D66277B-D387-43B2-9458-0448A4400471}" type="presOf" srcId="{466A2B17-D908-4CB8-AF04-83BFD9013DF6}" destId="{97548124-B159-40B8-AAA4-E49A948E2DC0}" srcOrd="0" destOrd="0" presId="urn:microsoft.com/office/officeart/2018/5/layout/IconCircleLabelList"/>
    <dgm:cxn modelId="{9B658880-E81A-4B89-AFCF-4163552E9F6C}" type="presOf" srcId="{03A65208-181D-4E9D-9CBB-EF7B88EE0E79}" destId="{A446EDB3-AD84-4B03-9731-503D955F1AD2}" srcOrd="0" destOrd="0" presId="urn:microsoft.com/office/officeart/2018/5/layout/IconCircleLabelList"/>
    <dgm:cxn modelId="{14FFE28E-DD1D-43C7-887A-6CE54E5CF323}" srcId="{9822956A-09BF-45B2-AA96-9244BE53F0B8}" destId="{03A65208-181D-4E9D-9CBB-EF7B88EE0E79}" srcOrd="0" destOrd="0" parTransId="{11194C9D-E4CC-4506-ABAB-239C346C315A}" sibTransId="{41F1AD3B-9C4A-4CDF-A5FE-EA422489E52B}"/>
    <dgm:cxn modelId="{180973BC-AEE7-4FC3-B008-B6DA208BEE27}" srcId="{9822956A-09BF-45B2-AA96-9244BE53F0B8}" destId="{1809A498-1CDC-4DFA-9542-12C81CD08509}" srcOrd="3" destOrd="0" parTransId="{C17BA187-5059-4D33-B4AC-162DB5ECFB91}" sibTransId="{EF7AB401-8737-460B-A84B-ECCBA1BBC028}"/>
    <dgm:cxn modelId="{563DC0D8-65B1-40AF-97F0-4AF151034E87}" srcId="{9822956A-09BF-45B2-AA96-9244BE53F0B8}" destId="{A2B1B745-3216-477A-9793-FD35D1799299}" srcOrd="1" destOrd="0" parTransId="{A8598B53-FE26-46BF-95F7-104B83B7E5B2}" sibTransId="{A5A0D053-3858-4E16-ABC6-F74DA10C94B5}"/>
    <dgm:cxn modelId="{E84ED5F4-3ED6-4E0C-83DC-B7B1A676F738}" type="presOf" srcId="{9822956A-09BF-45B2-AA96-9244BE53F0B8}" destId="{68C7408E-93E2-46F3-A323-BAB0B5EE98DF}" srcOrd="0" destOrd="0" presId="urn:microsoft.com/office/officeart/2018/5/layout/IconCircleLabelList"/>
    <dgm:cxn modelId="{ADE2E0FF-C7CF-4ED7-9B70-959ACE8A3C80}" type="presOf" srcId="{A0F1B828-48D2-4CE4-A4EA-B9639068C631}" destId="{3BAEDD38-489E-4730-9B9F-94FC3AA38E62}" srcOrd="0" destOrd="0" presId="urn:microsoft.com/office/officeart/2018/5/layout/IconCircleLabelList"/>
    <dgm:cxn modelId="{21034688-33FB-456A-857A-892B560B367B}" type="presParOf" srcId="{68C7408E-93E2-46F3-A323-BAB0B5EE98DF}" destId="{1DA2D233-E71B-4E16-90DF-3364E42A51E4}" srcOrd="0" destOrd="0" presId="urn:microsoft.com/office/officeart/2018/5/layout/IconCircleLabelList"/>
    <dgm:cxn modelId="{D7DAD6A4-1485-40F2-8565-714998484FD7}" type="presParOf" srcId="{1DA2D233-E71B-4E16-90DF-3364E42A51E4}" destId="{C18DDFCB-FB7C-4150-B955-63585BE7B298}" srcOrd="0" destOrd="0" presId="urn:microsoft.com/office/officeart/2018/5/layout/IconCircleLabelList"/>
    <dgm:cxn modelId="{ACC68176-3462-485B-B94F-EC2E82125D96}" type="presParOf" srcId="{1DA2D233-E71B-4E16-90DF-3364E42A51E4}" destId="{FD1C6C0D-1527-47E6-9B6A-E8B457D2AA5D}" srcOrd="1" destOrd="0" presId="urn:microsoft.com/office/officeart/2018/5/layout/IconCircleLabelList"/>
    <dgm:cxn modelId="{6A83973C-2293-4F94-B893-E42E049CBC46}" type="presParOf" srcId="{1DA2D233-E71B-4E16-90DF-3364E42A51E4}" destId="{B001B58B-640C-49D7-BAFE-5BB654EF36B1}" srcOrd="2" destOrd="0" presId="urn:microsoft.com/office/officeart/2018/5/layout/IconCircleLabelList"/>
    <dgm:cxn modelId="{3E88CB41-099A-4AAB-9201-DE2B464FAD04}" type="presParOf" srcId="{1DA2D233-E71B-4E16-90DF-3364E42A51E4}" destId="{A446EDB3-AD84-4B03-9731-503D955F1AD2}" srcOrd="3" destOrd="0" presId="urn:microsoft.com/office/officeart/2018/5/layout/IconCircleLabelList"/>
    <dgm:cxn modelId="{B0F35584-B22A-4013-A21C-8734E85AB9F3}" type="presParOf" srcId="{68C7408E-93E2-46F3-A323-BAB0B5EE98DF}" destId="{45B4A06A-718E-4273-ACFA-C5F76AA45AFD}" srcOrd="1" destOrd="0" presId="urn:microsoft.com/office/officeart/2018/5/layout/IconCircleLabelList"/>
    <dgm:cxn modelId="{793FC152-0F25-45F4-B55B-D4D506A06B04}" type="presParOf" srcId="{68C7408E-93E2-46F3-A323-BAB0B5EE98DF}" destId="{8CEDD08C-2A53-4BE6-B6F6-792D1AD085C1}" srcOrd="2" destOrd="0" presId="urn:microsoft.com/office/officeart/2018/5/layout/IconCircleLabelList"/>
    <dgm:cxn modelId="{278B08E3-D50A-40DE-B7F0-5CE3C164A890}" type="presParOf" srcId="{8CEDD08C-2A53-4BE6-B6F6-792D1AD085C1}" destId="{9BD962B6-6DD4-4FD0-AB48-06AF3DA54946}" srcOrd="0" destOrd="0" presId="urn:microsoft.com/office/officeart/2018/5/layout/IconCircleLabelList"/>
    <dgm:cxn modelId="{467F69C6-5893-443A-97FC-C4C560DEE46B}" type="presParOf" srcId="{8CEDD08C-2A53-4BE6-B6F6-792D1AD085C1}" destId="{7B9EAF67-8727-4E5F-BD80-7D9BDBFF455A}" srcOrd="1" destOrd="0" presId="urn:microsoft.com/office/officeart/2018/5/layout/IconCircleLabelList"/>
    <dgm:cxn modelId="{B8EB3615-DC6E-4208-8AA2-439410170E82}" type="presParOf" srcId="{8CEDD08C-2A53-4BE6-B6F6-792D1AD085C1}" destId="{485D3049-909B-4716-B1A3-873C59CCB091}" srcOrd="2" destOrd="0" presId="urn:microsoft.com/office/officeart/2018/5/layout/IconCircleLabelList"/>
    <dgm:cxn modelId="{EE094214-45AE-4548-A793-51CAA7F1E511}" type="presParOf" srcId="{8CEDD08C-2A53-4BE6-B6F6-792D1AD085C1}" destId="{4A1A3C5F-D2A2-4094-8B48-06417C52D1F6}" srcOrd="3" destOrd="0" presId="urn:microsoft.com/office/officeart/2018/5/layout/IconCircleLabelList"/>
    <dgm:cxn modelId="{0CAFF0B6-0B44-4F7D-A941-7A71E1080A5D}" type="presParOf" srcId="{68C7408E-93E2-46F3-A323-BAB0B5EE98DF}" destId="{FD9DD730-A1FB-4B87-B1B3-41DD4B18ADE9}" srcOrd="3" destOrd="0" presId="urn:microsoft.com/office/officeart/2018/5/layout/IconCircleLabelList"/>
    <dgm:cxn modelId="{70CEFD11-1271-45D5-86EC-08AC0449101B}" type="presParOf" srcId="{68C7408E-93E2-46F3-A323-BAB0B5EE98DF}" destId="{4600D36F-B5CF-4C51-B157-6AE0952E6112}" srcOrd="4" destOrd="0" presId="urn:microsoft.com/office/officeart/2018/5/layout/IconCircleLabelList"/>
    <dgm:cxn modelId="{E5EF829E-9E27-4E47-ABFA-89F423A7E00F}" type="presParOf" srcId="{4600D36F-B5CF-4C51-B157-6AE0952E6112}" destId="{094B51CA-1602-4D64-8375-B7ED8BC7B3CB}" srcOrd="0" destOrd="0" presId="urn:microsoft.com/office/officeart/2018/5/layout/IconCircleLabelList"/>
    <dgm:cxn modelId="{FC88E9BC-9E55-4EAE-B7A7-F25F946BD481}" type="presParOf" srcId="{4600D36F-B5CF-4C51-B157-6AE0952E6112}" destId="{6AE0C6B9-A859-461E-A8B3-E6CD7D40B233}" srcOrd="1" destOrd="0" presId="urn:microsoft.com/office/officeart/2018/5/layout/IconCircleLabelList"/>
    <dgm:cxn modelId="{D46D0A59-EB23-4A04-AFF9-4FBD0CC1E8C5}" type="presParOf" srcId="{4600D36F-B5CF-4C51-B157-6AE0952E6112}" destId="{3644E2CD-1FB9-4DC5-AA03-0992D5CF70E3}" srcOrd="2" destOrd="0" presId="urn:microsoft.com/office/officeart/2018/5/layout/IconCircleLabelList"/>
    <dgm:cxn modelId="{DB9B2F84-E091-45CC-B603-5D6D68233B69}" type="presParOf" srcId="{4600D36F-B5CF-4C51-B157-6AE0952E6112}" destId="{97548124-B159-40B8-AAA4-E49A948E2DC0}" srcOrd="3" destOrd="0" presId="urn:microsoft.com/office/officeart/2018/5/layout/IconCircleLabelList"/>
    <dgm:cxn modelId="{A80B827C-E682-471E-A53D-18AAB8ED4F0A}" type="presParOf" srcId="{68C7408E-93E2-46F3-A323-BAB0B5EE98DF}" destId="{91A0FD96-18F0-4F42-A576-F090CB4C2C06}" srcOrd="5" destOrd="0" presId="urn:microsoft.com/office/officeart/2018/5/layout/IconCircleLabelList"/>
    <dgm:cxn modelId="{4337C30C-42C2-4D4C-888F-9F62138A620E}" type="presParOf" srcId="{68C7408E-93E2-46F3-A323-BAB0B5EE98DF}" destId="{D94D89DF-BF37-4336-8AA9-D18B32EEFCF4}" srcOrd="6" destOrd="0" presId="urn:microsoft.com/office/officeart/2018/5/layout/IconCircleLabelList"/>
    <dgm:cxn modelId="{DD3C18A0-DE4B-45A2-816E-016F9EC34891}" type="presParOf" srcId="{D94D89DF-BF37-4336-8AA9-D18B32EEFCF4}" destId="{00B542DE-E036-4D30-8668-7A37735072BB}" srcOrd="0" destOrd="0" presId="urn:microsoft.com/office/officeart/2018/5/layout/IconCircleLabelList"/>
    <dgm:cxn modelId="{B7795AEF-4CDC-4935-8885-1219A90BA8CB}" type="presParOf" srcId="{D94D89DF-BF37-4336-8AA9-D18B32EEFCF4}" destId="{A375313C-2779-4FF3-8468-88F73A0F0E27}" srcOrd="1" destOrd="0" presId="urn:microsoft.com/office/officeart/2018/5/layout/IconCircleLabelList"/>
    <dgm:cxn modelId="{C17F9868-1ABD-4CF9-B348-84E6568DACED}" type="presParOf" srcId="{D94D89DF-BF37-4336-8AA9-D18B32EEFCF4}" destId="{1EB6BBCB-84BC-47D0-B40D-B2A05F647900}" srcOrd="2" destOrd="0" presId="urn:microsoft.com/office/officeart/2018/5/layout/IconCircleLabelList"/>
    <dgm:cxn modelId="{F2CFCABA-1172-40B8-9640-7788F32F73E9}" type="presParOf" srcId="{D94D89DF-BF37-4336-8AA9-D18B32EEFCF4}" destId="{0BE258D1-9C5C-40C0-9226-11C34ADA2D42}" srcOrd="3" destOrd="0" presId="urn:microsoft.com/office/officeart/2018/5/layout/IconCircleLabelList"/>
    <dgm:cxn modelId="{DF475CA0-E83D-4D9C-9216-9D24EFFF2628}" type="presParOf" srcId="{68C7408E-93E2-46F3-A323-BAB0B5EE98DF}" destId="{D1EA8028-F423-4E81-A459-9817BAB36769}" srcOrd="7" destOrd="0" presId="urn:microsoft.com/office/officeart/2018/5/layout/IconCircleLabelList"/>
    <dgm:cxn modelId="{11E8B397-E206-417C-9A51-5918F124E0C3}" type="presParOf" srcId="{68C7408E-93E2-46F3-A323-BAB0B5EE98DF}" destId="{B3CDD66B-F659-43A0-946F-A934CAAB3774}" srcOrd="8" destOrd="0" presId="urn:microsoft.com/office/officeart/2018/5/layout/IconCircleLabelList"/>
    <dgm:cxn modelId="{61B0AFEC-776F-4CEB-97A4-09514096F01B}" type="presParOf" srcId="{B3CDD66B-F659-43A0-946F-A934CAAB3774}" destId="{610D4C01-A33E-42DA-9955-0086D1B2DE09}" srcOrd="0" destOrd="0" presId="urn:microsoft.com/office/officeart/2018/5/layout/IconCircleLabelList"/>
    <dgm:cxn modelId="{B5F02442-0311-4251-9694-3ED96EF9B958}" type="presParOf" srcId="{B3CDD66B-F659-43A0-946F-A934CAAB3774}" destId="{D359F75C-BAB8-4302-8508-0E54ADC351CE}" srcOrd="1" destOrd="0" presId="urn:microsoft.com/office/officeart/2018/5/layout/IconCircleLabelList"/>
    <dgm:cxn modelId="{4C43A663-A922-4B68-88C7-1B8104FA505F}" type="presParOf" srcId="{B3CDD66B-F659-43A0-946F-A934CAAB3774}" destId="{6176ADFC-2772-40B6-9CB0-15E4E63863C9}" srcOrd="2" destOrd="0" presId="urn:microsoft.com/office/officeart/2018/5/layout/IconCircleLabelList"/>
    <dgm:cxn modelId="{89E683DD-4B30-41F3-BDAF-DEA11F86D9C8}" type="presParOf" srcId="{B3CDD66B-F659-43A0-946F-A934CAAB3774}" destId="{3BAEDD38-489E-4730-9B9F-94FC3AA38E6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8FB9EC-6105-4DA7-956D-DDCAEFA3E4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8ED1C99-7AC8-4874-85BC-4BB18D054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Round Robin (RR)</a:t>
          </a:r>
        </a:p>
      </dgm:t>
    </dgm:pt>
    <dgm:pt modelId="{F017AAD5-C1BD-46A4-B483-1BAF38C03EAD}" type="parTrans" cxnId="{C5903788-5A0B-4C5E-8F6C-660EB02E1A89}">
      <dgm:prSet/>
      <dgm:spPr/>
      <dgm:t>
        <a:bodyPr/>
        <a:lstStyle/>
        <a:p>
          <a:endParaRPr lang="en-US"/>
        </a:p>
      </dgm:t>
    </dgm:pt>
    <dgm:pt modelId="{B65676BF-B45B-439E-8933-1D808FA2E421}" type="sibTrans" cxnId="{C5903788-5A0B-4C5E-8F6C-660EB02E1A89}">
      <dgm:prSet/>
      <dgm:spPr/>
      <dgm:t>
        <a:bodyPr/>
        <a:lstStyle/>
        <a:p>
          <a:endParaRPr lang="en-US"/>
        </a:p>
      </dgm:t>
    </dgm:pt>
    <dgm:pt modelId="{0117265F-CB7C-4786-AAC5-8ED2D31268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Mechanism: Time-sharing with fixed quantum</a:t>
          </a:r>
        </a:p>
      </dgm:t>
    </dgm:pt>
    <dgm:pt modelId="{05E64D44-5F8C-4AB4-8213-67C6CD947DF3}" type="parTrans" cxnId="{F076791A-3E42-44F6-8153-E4E764A0A63C}">
      <dgm:prSet/>
      <dgm:spPr/>
      <dgm:t>
        <a:bodyPr/>
        <a:lstStyle/>
        <a:p>
          <a:endParaRPr lang="en-US"/>
        </a:p>
      </dgm:t>
    </dgm:pt>
    <dgm:pt modelId="{4E645C7A-23DF-43C3-9CF7-C9947A82C0A9}" type="sibTrans" cxnId="{F076791A-3E42-44F6-8153-E4E764A0A63C}">
      <dgm:prSet/>
      <dgm:spPr/>
      <dgm:t>
        <a:bodyPr/>
        <a:lstStyle/>
        <a:p>
          <a:endParaRPr lang="en-US"/>
        </a:p>
      </dgm:t>
    </dgm:pt>
    <dgm:pt modelId="{0D299D26-0F6A-49E8-82DA-CB4543532F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Queue: FIFO circular queue</a:t>
          </a:r>
        </a:p>
      </dgm:t>
    </dgm:pt>
    <dgm:pt modelId="{907BA09A-17FC-4F0A-A20C-D5BC5FBE6357}" type="parTrans" cxnId="{DFD73DC5-7132-4CB9-B0A9-CD61D926300B}">
      <dgm:prSet/>
      <dgm:spPr/>
      <dgm:t>
        <a:bodyPr/>
        <a:lstStyle/>
        <a:p>
          <a:endParaRPr lang="en-US"/>
        </a:p>
      </dgm:t>
    </dgm:pt>
    <dgm:pt modelId="{ACDEE18D-9374-4DCC-BA11-64BCF9D0D8BF}" type="sibTrans" cxnId="{DFD73DC5-7132-4CB9-B0A9-CD61D926300B}">
      <dgm:prSet/>
      <dgm:spPr/>
      <dgm:t>
        <a:bodyPr/>
        <a:lstStyle/>
        <a:p>
          <a:endParaRPr lang="en-US"/>
        </a:p>
      </dgm:t>
    </dgm:pt>
    <dgm:pt modelId="{AF993803-65AD-4854-A6AF-257C2ED162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Case: Interactive systems</a:t>
          </a:r>
        </a:p>
      </dgm:t>
    </dgm:pt>
    <dgm:pt modelId="{F61A8572-CE06-42EB-81DA-5A65AF71F8D3}" type="parTrans" cxnId="{6668AD51-FF34-4061-B2C5-57D44F8DF30F}">
      <dgm:prSet/>
      <dgm:spPr/>
      <dgm:t>
        <a:bodyPr/>
        <a:lstStyle/>
        <a:p>
          <a:endParaRPr lang="en-US"/>
        </a:p>
      </dgm:t>
    </dgm:pt>
    <dgm:pt modelId="{1434F665-91DA-4C82-A503-E9041884C635}" type="sibTrans" cxnId="{6668AD51-FF34-4061-B2C5-57D44F8DF30F}">
      <dgm:prSet/>
      <dgm:spPr/>
      <dgm:t>
        <a:bodyPr/>
        <a:lstStyle/>
        <a:p>
          <a:endParaRPr lang="en-US"/>
        </a:p>
      </dgm:t>
    </dgm:pt>
    <dgm:pt modelId="{5F124486-26FC-498D-AFF6-ED0A0328E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Pros: Fair, no starvation</a:t>
          </a:r>
        </a:p>
      </dgm:t>
    </dgm:pt>
    <dgm:pt modelId="{B4D43595-3CE0-4E33-A54B-941B0502E48D}" type="parTrans" cxnId="{BC221140-292F-474F-9228-005791475EFF}">
      <dgm:prSet/>
      <dgm:spPr/>
      <dgm:t>
        <a:bodyPr/>
        <a:lstStyle/>
        <a:p>
          <a:endParaRPr lang="en-US"/>
        </a:p>
      </dgm:t>
    </dgm:pt>
    <dgm:pt modelId="{565E2F54-2DA9-480A-9FF4-D988554527D4}" type="sibTrans" cxnId="{BC221140-292F-474F-9228-005791475EFF}">
      <dgm:prSet/>
      <dgm:spPr/>
      <dgm:t>
        <a:bodyPr/>
        <a:lstStyle/>
        <a:p>
          <a:endParaRPr lang="en-US"/>
        </a:p>
      </dgm:t>
    </dgm:pt>
    <dgm:pt modelId="{6193EF31-4760-4F85-BF8F-E406ABC291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Cons: High context switching overhead</a:t>
          </a:r>
        </a:p>
      </dgm:t>
    </dgm:pt>
    <dgm:pt modelId="{27B6265C-1C65-4409-ACBC-3D2B781652F7}" type="parTrans" cxnId="{0ED783B8-B149-4BAC-89FC-6A586BE8C272}">
      <dgm:prSet/>
      <dgm:spPr/>
      <dgm:t>
        <a:bodyPr/>
        <a:lstStyle/>
        <a:p>
          <a:endParaRPr lang="en-US"/>
        </a:p>
      </dgm:t>
    </dgm:pt>
    <dgm:pt modelId="{88E12CD8-10BB-4E86-8EA0-E0FB52E215ED}" type="sibTrans" cxnId="{0ED783B8-B149-4BAC-89FC-6A586BE8C272}">
      <dgm:prSet/>
      <dgm:spPr/>
      <dgm:t>
        <a:bodyPr/>
        <a:lstStyle/>
        <a:p>
          <a:endParaRPr lang="en-US"/>
        </a:p>
      </dgm:t>
    </dgm:pt>
    <dgm:pt modelId="{4F222B3E-6E1E-42EA-8E48-6145AF93C5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Preemptive Priority</a:t>
          </a:r>
        </a:p>
      </dgm:t>
    </dgm:pt>
    <dgm:pt modelId="{887E18B1-C846-4879-B86C-3BAF13728CED}" type="parTrans" cxnId="{8B580087-FC3C-4575-AE21-F4B2A54A5E6A}">
      <dgm:prSet/>
      <dgm:spPr/>
      <dgm:t>
        <a:bodyPr/>
        <a:lstStyle/>
        <a:p>
          <a:endParaRPr lang="en-US"/>
        </a:p>
      </dgm:t>
    </dgm:pt>
    <dgm:pt modelId="{47F7E1C2-928C-4E39-BA73-E4056D3AEC9D}" type="sibTrans" cxnId="{8B580087-FC3C-4575-AE21-F4B2A54A5E6A}">
      <dgm:prSet/>
      <dgm:spPr/>
      <dgm:t>
        <a:bodyPr/>
        <a:lstStyle/>
        <a:p>
          <a:endParaRPr lang="en-US"/>
        </a:p>
      </dgm:t>
    </dgm:pt>
    <dgm:pt modelId="{9CEEDF79-968E-48D8-AB2A-A3E4C8D748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Mechanism: Higher priority preempts lower</a:t>
          </a:r>
        </a:p>
      </dgm:t>
    </dgm:pt>
    <dgm:pt modelId="{9ED8E516-EEF4-4BA7-BF70-8FFCB4D89BEB}" type="parTrans" cxnId="{630153E3-02DF-4BFB-A9E1-4971CD0EC707}">
      <dgm:prSet/>
      <dgm:spPr/>
      <dgm:t>
        <a:bodyPr/>
        <a:lstStyle/>
        <a:p>
          <a:endParaRPr lang="en-US"/>
        </a:p>
      </dgm:t>
    </dgm:pt>
    <dgm:pt modelId="{80CC31EB-FB7F-4956-9BFF-560B8D30EFB3}" type="sibTrans" cxnId="{630153E3-02DF-4BFB-A9E1-4971CD0EC707}">
      <dgm:prSet/>
      <dgm:spPr/>
      <dgm:t>
        <a:bodyPr/>
        <a:lstStyle/>
        <a:p>
          <a:endParaRPr lang="en-US"/>
        </a:p>
      </dgm:t>
    </dgm:pt>
    <dgm:pt modelId="{623649DF-36A8-4F41-85B8-0E870F124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Queue: Min-heap (priority queue)</a:t>
          </a:r>
        </a:p>
      </dgm:t>
    </dgm:pt>
    <dgm:pt modelId="{72459C1C-8C23-43ED-B2B1-CFB3A3267408}" type="parTrans" cxnId="{A60594B0-D72C-4502-9053-8C773AAC2021}">
      <dgm:prSet/>
      <dgm:spPr/>
      <dgm:t>
        <a:bodyPr/>
        <a:lstStyle/>
        <a:p>
          <a:endParaRPr lang="en-US"/>
        </a:p>
      </dgm:t>
    </dgm:pt>
    <dgm:pt modelId="{6964CC0F-C135-4CDC-AB11-6EE61A039819}" type="sibTrans" cxnId="{A60594B0-D72C-4502-9053-8C773AAC2021}">
      <dgm:prSet/>
      <dgm:spPr/>
      <dgm:t>
        <a:bodyPr/>
        <a:lstStyle/>
        <a:p>
          <a:endParaRPr lang="en-US"/>
        </a:p>
      </dgm:t>
    </dgm:pt>
    <dgm:pt modelId="{1F197546-B5CB-4BE8-A53D-EC1BD0F4DF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Case: Real-time systems</a:t>
          </a:r>
        </a:p>
      </dgm:t>
    </dgm:pt>
    <dgm:pt modelId="{096760F2-8E13-49FB-8415-91ED55A8EF0C}" type="parTrans" cxnId="{A4DDA6F4-F407-4EBC-A2D8-22A2B044A5F7}">
      <dgm:prSet/>
      <dgm:spPr/>
      <dgm:t>
        <a:bodyPr/>
        <a:lstStyle/>
        <a:p>
          <a:endParaRPr lang="en-US"/>
        </a:p>
      </dgm:t>
    </dgm:pt>
    <dgm:pt modelId="{5C5D649F-AE32-4F34-944E-B151F7395B5B}" type="sibTrans" cxnId="{A4DDA6F4-F407-4EBC-A2D8-22A2B044A5F7}">
      <dgm:prSet/>
      <dgm:spPr/>
      <dgm:t>
        <a:bodyPr/>
        <a:lstStyle/>
        <a:p>
          <a:endParaRPr lang="en-US"/>
        </a:p>
      </dgm:t>
    </dgm:pt>
    <dgm:pt modelId="{9CDB771E-7FAC-4407-B0D6-9744C5BFF9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Pros: Critical tasks execute first</a:t>
          </a:r>
        </a:p>
      </dgm:t>
    </dgm:pt>
    <dgm:pt modelId="{FC9EF823-12C5-4BA4-BF83-F54E48C888D5}" type="parTrans" cxnId="{3073A4E9-D683-4437-87C1-85F822577B03}">
      <dgm:prSet/>
      <dgm:spPr/>
      <dgm:t>
        <a:bodyPr/>
        <a:lstStyle/>
        <a:p>
          <a:endParaRPr lang="en-US"/>
        </a:p>
      </dgm:t>
    </dgm:pt>
    <dgm:pt modelId="{98E5264E-56F6-4FEE-B6B8-ACFF16102B48}" type="sibTrans" cxnId="{3073A4E9-D683-4437-87C1-85F822577B03}">
      <dgm:prSet/>
      <dgm:spPr/>
      <dgm:t>
        <a:bodyPr/>
        <a:lstStyle/>
        <a:p>
          <a:endParaRPr lang="en-US"/>
        </a:p>
      </dgm:t>
    </dgm:pt>
    <dgm:pt modelId="{7DBE7620-E48E-4719-82AA-2740AD7E3F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Cons: Potential starvation</a:t>
          </a:r>
        </a:p>
      </dgm:t>
    </dgm:pt>
    <dgm:pt modelId="{7324A0E9-C319-4CC8-83D4-F54561329BC5}" type="parTrans" cxnId="{EE6EF1CF-BF6D-4AE8-997D-55CF4806106E}">
      <dgm:prSet/>
      <dgm:spPr/>
      <dgm:t>
        <a:bodyPr/>
        <a:lstStyle/>
        <a:p>
          <a:endParaRPr lang="en-US"/>
        </a:p>
      </dgm:t>
    </dgm:pt>
    <dgm:pt modelId="{21A70578-F611-4910-97AE-440C4775EA57}" type="sibTrans" cxnId="{EE6EF1CF-BF6D-4AE8-997D-55CF4806106E}">
      <dgm:prSet/>
      <dgm:spPr/>
      <dgm:t>
        <a:bodyPr/>
        <a:lstStyle/>
        <a:p>
          <a:endParaRPr lang="en-US"/>
        </a:p>
      </dgm:t>
    </dgm:pt>
    <dgm:pt modelId="{379FA60C-6426-4EE3-B6CE-C78201C2D820}" type="pres">
      <dgm:prSet presAssocID="{8D8FB9EC-6105-4DA7-956D-DDCAEFA3E435}" presName="root" presStyleCnt="0">
        <dgm:presLayoutVars>
          <dgm:dir/>
          <dgm:resizeHandles val="exact"/>
        </dgm:presLayoutVars>
      </dgm:prSet>
      <dgm:spPr/>
    </dgm:pt>
    <dgm:pt modelId="{2C5CF03C-F3E3-4CEC-8877-BF078993D1AA}" type="pres">
      <dgm:prSet presAssocID="{D8ED1C99-7AC8-4874-85BC-4BB18D05457E}" presName="compNode" presStyleCnt="0"/>
      <dgm:spPr/>
    </dgm:pt>
    <dgm:pt modelId="{C60302A2-0EA4-443B-8103-1A2104FDEE76}" type="pres">
      <dgm:prSet presAssocID="{D8ED1C99-7AC8-4874-85BC-4BB18D05457E}" presName="bgRect" presStyleLbl="bgShp" presStyleIdx="0" presStyleCnt="2"/>
      <dgm:spPr/>
    </dgm:pt>
    <dgm:pt modelId="{AF994921-B48C-4908-8E55-9C4CD38B5EEB}" type="pres">
      <dgm:prSet presAssocID="{D8ED1C99-7AC8-4874-85BC-4BB18D05457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4300927-89BA-43FD-B907-0752B7EF313C}" type="pres">
      <dgm:prSet presAssocID="{D8ED1C99-7AC8-4874-85BC-4BB18D05457E}" presName="spaceRect" presStyleCnt="0"/>
      <dgm:spPr/>
    </dgm:pt>
    <dgm:pt modelId="{32C4370E-B437-4F39-A864-8746F12B0C0D}" type="pres">
      <dgm:prSet presAssocID="{D8ED1C99-7AC8-4874-85BC-4BB18D05457E}" presName="parTx" presStyleLbl="revTx" presStyleIdx="0" presStyleCnt="4">
        <dgm:presLayoutVars>
          <dgm:chMax val="0"/>
          <dgm:chPref val="0"/>
        </dgm:presLayoutVars>
      </dgm:prSet>
      <dgm:spPr/>
    </dgm:pt>
    <dgm:pt modelId="{ADD6D80E-748F-41D5-AF87-BAF7DD56F6B6}" type="pres">
      <dgm:prSet presAssocID="{D8ED1C99-7AC8-4874-85BC-4BB18D05457E}" presName="desTx" presStyleLbl="revTx" presStyleIdx="1" presStyleCnt="4">
        <dgm:presLayoutVars/>
      </dgm:prSet>
      <dgm:spPr/>
    </dgm:pt>
    <dgm:pt modelId="{4B106246-8088-4184-8763-31420AFD6D3D}" type="pres">
      <dgm:prSet presAssocID="{B65676BF-B45B-439E-8933-1D808FA2E421}" presName="sibTrans" presStyleCnt="0"/>
      <dgm:spPr/>
    </dgm:pt>
    <dgm:pt modelId="{834B05E9-F2CE-4062-816C-AAF7733BA179}" type="pres">
      <dgm:prSet presAssocID="{4F222B3E-6E1E-42EA-8E48-6145AF93C59E}" presName="compNode" presStyleCnt="0"/>
      <dgm:spPr/>
    </dgm:pt>
    <dgm:pt modelId="{9C289344-443E-41EA-9A41-00344F75B7AC}" type="pres">
      <dgm:prSet presAssocID="{4F222B3E-6E1E-42EA-8E48-6145AF93C59E}" presName="bgRect" presStyleLbl="bgShp" presStyleIdx="1" presStyleCnt="2"/>
      <dgm:spPr/>
    </dgm:pt>
    <dgm:pt modelId="{6FE8AA02-0551-4FC8-9EE1-22EE0BE8D457}" type="pres">
      <dgm:prSet presAssocID="{4F222B3E-6E1E-42EA-8E48-6145AF93C5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7668270-F6F4-4FBE-B1A4-5246B8EECEE9}" type="pres">
      <dgm:prSet presAssocID="{4F222B3E-6E1E-42EA-8E48-6145AF93C59E}" presName="spaceRect" presStyleCnt="0"/>
      <dgm:spPr/>
    </dgm:pt>
    <dgm:pt modelId="{62CEA266-FC1C-4DB8-9FA3-81415525E219}" type="pres">
      <dgm:prSet presAssocID="{4F222B3E-6E1E-42EA-8E48-6145AF93C59E}" presName="parTx" presStyleLbl="revTx" presStyleIdx="2" presStyleCnt="4">
        <dgm:presLayoutVars>
          <dgm:chMax val="0"/>
          <dgm:chPref val="0"/>
        </dgm:presLayoutVars>
      </dgm:prSet>
      <dgm:spPr/>
    </dgm:pt>
    <dgm:pt modelId="{25B6FE2C-6641-48CE-9FAE-A27FCD8886CF}" type="pres">
      <dgm:prSet presAssocID="{4F222B3E-6E1E-42EA-8E48-6145AF93C59E}" presName="desTx" presStyleLbl="revTx" presStyleIdx="3" presStyleCnt="4">
        <dgm:presLayoutVars/>
      </dgm:prSet>
      <dgm:spPr/>
    </dgm:pt>
  </dgm:ptLst>
  <dgm:cxnLst>
    <dgm:cxn modelId="{1B4D8102-47FA-4088-88FE-AF81DD207663}" type="presOf" srcId="{9CDB771E-7FAC-4407-B0D6-9744C5BFF909}" destId="{25B6FE2C-6641-48CE-9FAE-A27FCD8886CF}" srcOrd="0" destOrd="3" presId="urn:microsoft.com/office/officeart/2018/2/layout/IconVerticalSolidList"/>
    <dgm:cxn modelId="{E7956B06-14DF-4999-A49B-E5A32FAF990E}" type="presOf" srcId="{623649DF-36A8-4F41-85B8-0E870F1247F9}" destId="{25B6FE2C-6641-48CE-9FAE-A27FCD8886CF}" srcOrd="0" destOrd="1" presId="urn:microsoft.com/office/officeart/2018/2/layout/IconVerticalSolidList"/>
    <dgm:cxn modelId="{F076791A-3E42-44F6-8153-E4E764A0A63C}" srcId="{D8ED1C99-7AC8-4874-85BC-4BB18D05457E}" destId="{0117265F-CB7C-4786-AAC5-8ED2D312684A}" srcOrd="0" destOrd="0" parTransId="{05E64D44-5F8C-4AB4-8213-67C6CD947DF3}" sibTransId="{4E645C7A-23DF-43C3-9CF7-C9947A82C0A9}"/>
    <dgm:cxn modelId="{1C104421-6113-4B18-B4F0-22715C970B17}" type="presOf" srcId="{D8ED1C99-7AC8-4874-85BC-4BB18D05457E}" destId="{32C4370E-B437-4F39-A864-8746F12B0C0D}" srcOrd="0" destOrd="0" presId="urn:microsoft.com/office/officeart/2018/2/layout/IconVerticalSolidList"/>
    <dgm:cxn modelId="{BC221140-292F-474F-9228-005791475EFF}" srcId="{D8ED1C99-7AC8-4874-85BC-4BB18D05457E}" destId="{5F124486-26FC-498D-AFF6-ED0A0328E338}" srcOrd="3" destOrd="0" parTransId="{B4D43595-3CE0-4E33-A54B-941B0502E48D}" sibTransId="{565E2F54-2DA9-480A-9FF4-D988554527D4}"/>
    <dgm:cxn modelId="{E04DC760-972F-4CB3-B3C5-1E0DBD610FBE}" type="presOf" srcId="{4F222B3E-6E1E-42EA-8E48-6145AF93C59E}" destId="{62CEA266-FC1C-4DB8-9FA3-81415525E219}" srcOrd="0" destOrd="0" presId="urn:microsoft.com/office/officeart/2018/2/layout/IconVerticalSolidList"/>
    <dgm:cxn modelId="{334A3844-9D91-4B27-A69F-78F8D122E3D3}" type="presOf" srcId="{6193EF31-4760-4F85-BF8F-E406ABC2914B}" destId="{ADD6D80E-748F-41D5-AF87-BAF7DD56F6B6}" srcOrd="0" destOrd="4" presId="urn:microsoft.com/office/officeart/2018/2/layout/IconVerticalSolidList"/>
    <dgm:cxn modelId="{6668AD51-FF34-4061-B2C5-57D44F8DF30F}" srcId="{D8ED1C99-7AC8-4874-85BC-4BB18D05457E}" destId="{AF993803-65AD-4854-A6AF-257C2ED1627C}" srcOrd="2" destOrd="0" parTransId="{F61A8572-CE06-42EB-81DA-5A65AF71F8D3}" sibTransId="{1434F665-91DA-4C82-A503-E9041884C635}"/>
    <dgm:cxn modelId="{C7BC447D-9B2F-4B47-A1F4-EF6CB863CC8C}" type="presOf" srcId="{5F124486-26FC-498D-AFF6-ED0A0328E338}" destId="{ADD6D80E-748F-41D5-AF87-BAF7DD56F6B6}" srcOrd="0" destOrd="3" presId="urn:microsoft.com/office/officeart/2018/2/layout/IconVerticalSolidList"/>
    <dgm:cxn modelId="{8B580087-FC3C-4575-AE21-F4B2A54A5E6A}" srcId="{8D8FB9EC-6105-4DA7-956D-DDCAEFA3E435}" destId="{4F222B3E-6E1E-42EA-8E48-6145AF93C59E}" srcOrd="1" destOrd="0" parTransId="{887E18B1-C846-4879-B86C-3BAF13728CED}" sibTransId="{47F7E1C2-928C-4E39-BA73-E4056D3AEC9D}"/>
    <dgm:cxn modelId="{C5903788-5A0B-4C5E-8F6C-660EB02E1A89}" srcId="{8D8FB9EC-6105-4DA7-956D-DDCAEFA3E435}" destId="{D8ED1C99-7AC8-4874-85BC-4BB18D05457E}" srcOrd="0" destOrd="0" parTransId="{F017AAD5-C1BD-46A4-B483-1BAF38C03EAD}" sibTransId="{B65676BF-B45B-439E-8933-1D808FA2E421}"/>
    <dgm:cxn modelId="{D790B58B-1D41-405F-A87B-2D81667218D6}" type="presOf" srcId="{0D299D26-0F6A-49E8-82DA-CB4543532FEC}" destId="{ADD6D80E-748F-41D5-AF87-BAF7DD56F6B6}" srcOrd="0" destOrd="1" presId="urn:microsoft.com/office/officeart/2018/2/layout/IconVerticalSolidList"/>
    <dgm:cxn modelId="{03B5108F-771E-4677-AA2F-BC3521BA1A09}" type="presOf" srcId="{9CEEDF79-968E-48D8-AB2A-A3E4C8D74800}" destId="{25B6FE2C-6641-48CE-9FAE-A27FCD8886CF}" srcOrd="0" destOrd="0" presId="urn:microsoft.com/office/officeart/2018/2/layout/IconVerticalSolidList"/>
    <dgm:cxn modelId="{20E40D9F-30FB-42A6-BD45-214DBF89B614}" type="presOf" srcId="{AF993803-65AD-4854-A6AF-257C2ED1627C}" destId="{ADD6D80E-748F-41D5-AF87-BAF7DD56F6B6}" srcOrd="0" destOrd="2" presId="urn:microsoft.com/office/officeart/2018/2/layout/IconVerticalSolidList"/>
    <dgm:cxn modelId="{A60594B0-D72C-4502-9053-8C773AAC2021}" srcId="{4F222B3E-6E1E-42EA-8E48-6145AF93C59E}" destId="{623649DF-36A8-4F41-85B8-0E870F1247F9}" srcOrd="1" destOrd="0" parTransId="{72459C1C-8C23-43ED-B2B1-CFB3A3267408}" sibTransId="{6964CC0F-C135-4CDC-AB11-6EE61A039819}"/>
    <dgm:cxn modelId="{92D99CB0-33BF-4DB8-BF02-661DBA922C90}" type="presOf" srcId="{1F197546-B5CB-4BE8-A53D-EC1BD0F4DF7E}" destId="{25B6FE2C-6641-48CE-9FAE-A27FCD8886CF}" srcOrd="0" destOrd="2" presId="urn:microsoft.com/office/officeart/2018/2/layout/IconVerticalSolidList"/>
    <dgm:cxn modelId="{635CCCB3-F1D4-458A-9DE7-F9DD2697B8CA}" type="presOf" srcId="{8D8FB9EC-6105-4DA7-956D-DDCAEFA3E435}" destId="{379FA60C-6426-4EE3-B6CE-C78201C2D820}" srcOrd="0" destOrd="0" presId="urn:microsoft.com/office/officeart/2018/2/layout/IconVerticalSolidList"/>
    <dgm:cxn modelId="{6C9491B6-B541-4B79-A745-1823199742D6}" type="presOf" srcId="{0117265F-CB7C-4786-AAC5-8ED2D312684A}" destId="{ADD6D80E-748F-41D5-AF87-BAF7DD56F6B6}" srcOrd="0" destOrd="0" presId="urn:microsoft.com/office/officeart/2018/2/layout/IconVerticalSolidList"/>
    <dgm:cxn modelId="{0ED783B8-B149-4BAC-89FC-6A586BE8C272}" srcId="{D8ED1C99-7AC8-4874-85BC-4BB18D05457E}" destId="{6193EF31-4760-4F85-BF8F-E406ABC2914B}" srcOrd="4" destOrd="0" parTransId="{27B6265C-1C65-4409-ACBC-3D2B781652F7}" sibTransId="{88E12CD8-10BB-4E86-8EA0-E0FB52E215ED}"/>
    <dgm:cxn modelId="{DFD73DC5-7132-4CB9-B0A9-CD61D926300B}" srcId="{D8ED1C99-7AC8-4874-85BC-4BB18D05457E}" destId="{0D299D26-0F6A-49E8-82DA-CB4543532FEC}" srcOrd="1" destOrd="0" parTransId="{907BA09A-17FC-4F0A-A20C-D5BC5FBE6357}" sibTransId="{ACDEE18D-9374-4DCC-BA11-64BCF9D0D8BF}"/>
    <dgm:cxn modelId="{EE6EF1CF-BF6D-4AE8-997D-55CF4806106E}" srcId="{4F222B3E-6E1E-42EA-8E48-6145AF93C59E}" destId="{7DBE7620-E48E-4719-82AA-2740AD7E3F17}" srcOrd="4" destOrd="0" parTransId="{7324A0E9-C319-4CC8-83D4-F54561329BC5}" sibTransId="{21A70578-F611-4910-97AE-440C4775EA57}"/>
    <dgm:cxn modelId="{468967DA-F5B5-4982-9668-1BD18832EB49}" type="presOf" srcId="{7DBE7620-E48E-4719-82AA-2740AD7E3F17}" destId="{25B6FE2C-6641-48CE-9FAE-A27FCD8886CF}" srcOrd="0" destOrd="4" presId="urn:microsoft.com/office/officeart/2018/2/layout/IconVerticalSolidList"/>
    <dgm:cxn modelId="{630153E3-02DF-4BFB-A9E1-4971CD0EC707}" srcId="{4F222B3E-6E1E-42EA-8E48-6145AF93C59E}" destId="{9CEEDF79-968E-48D8-AB2A-A3E4C8D74800}" srcOrd="0" destOrd="0" parTransId="{9ED8E516-EEF4-4BA7-BF70-8FFCB4D89BEB}" sibTransId="{80CC31EB-FB7F-4956-9BFF-560B8D30EFB3}"/>
    <dgm:cxn modelId="{3073A4E9-D683-4437-87C1-85F822577B03}" srcId="{4F222B3E-6E1E-42EA-8E48-6145AF93C59E}" destId="{9CDB771E-7FAC-4407-B0D6-9744C5BFF909}" srcOrd="3" destOrd="0" parTransId="{FC9EF823-12C5-4BA4-BF83-F54E48C888D5}" sibTransId="{98E5264E-56F6-4FEE-B6B8-ACFF16102B48}"/>
    <dgm:cxn modelId="{A4DDA6F4-F407-4EBC-A2D8-22A2B044A5F7}" srcId="{4F222B3E-6E1E-42EA-8E48-6145AF93C59E}" destId="{1F197546-B5CB-4BE8-A53D-EC1BD0F4DF7E}" srcOrd="2" destOrd="0" parTransId="{096760F2-8E13-49FB-8415-91ED55A8EF0C}" sibTransId="{5C5D649F-AE32-4F34-944E-B151F7395B5B}"/>
    <dgm:cxn modelId="{A526F9C2-3CA4-4D94-B30C-456E972D7B50}" type="presParOf" srcId="{379FA60C-6426-4EE3-B6CE-C78201C2D820}" destId="{2C5CF03C-F3E3-4CEC-8877-BF078993D1AA}" srcOrd="0" destOrd="0" presId="urn:microsoft.com/office/officeart/2018/2/layout/IconVerticalSolidList"/>
    <dgm:cxn modelId="{6E154C8F-BBCA-43F2-B61C-8B9A217D7E79}" type="presParOf" srcId="{2C5CF03C-F3E3-4CEC-8877-BF078993D1AA}" destId="{C60302A2-0EA4-443B-8103-1A2104FDEE76}" srcOrd="0" destOrd="0" presId="urn:microsoft.com/office/officeart/2018/2/layout/IconVerticalSolidList"/>
    <dgm:cxn modelId="{AD7D90EB-70A8-4F4E-89E2-A7965079E9BA}" type="presParOf" srcId="{2C5CF03C-F3E3-4CEC-8877-BF078993D1AA}" destId="{AF994921-B48C-4908-8E55-9C4CD38B5EEB}" srcOrd="1" destOrd="0" presId="urn:microsoft.com/office/officeart/2018/2/layout/IconVerticalSolidList"/>
    <dgm:cxn modelId="{8BFB070A-3010-46B6-9826-90F47F9F5E49}" type="presParOf" srcId="{2C5CF03C-F3E3-4CEC-8877-BF078993D1AA}" destId="{14300927-89BA-43FD-B907-0752B7EF313C}" srcOrd="2" destOrd="0" presId="urn:microsoft.com/office/officeart/2018/2/layout/IconVerticalSolidList"/>
    <dgm:cxn modelId="{852A3139-246A-423A-8252-A52F2335E33D}" type="presParOf" srcId="{2C5CF03C-F3E3-4CEC-8877-BF078993D1AA}" destId="{32C4370E-B437-4F39-A864-8746F12B0C0D}" srcOrd="3" destOrd="0" presId="urn:microsoft.com/office/officeart/2018/2/layout/IconVerticalSolidList"/>
    <dgm:cxn modelId="{EC3ED959-CF9B-44EB-93A3-897DD6F95E33}" type="presParOf" srcId="{2C5CF03C-F3E3-4CEC-8877-BF078993D1AA}" destId="{ADD6D80E-748F-41D5-AF87-BAF7DD56F6B6}" srcOrd="4" destOrd="0" presId="urn:microsoft.com/office/officeart/2018/2/layout/IconVerticalSolidList"/>
    <dgm:cxn modelId="{0E9C8E39-FB9D-40AE-9A12-E66244719C92}" type="presParOf" srcId="{379FA60C-6426-4EE3-B6CE-C78201C2D820}" destId="{4B106246-8088-4184-8763-31420AFD6D3D}" srcOrd="1" destOrd="0" presId="urn:microsoft.com/office/officeart/2018/2/layout/IconVerticalSolidList"/>
    <dgm:cxn modelId="{381D78F2-D4C9-4ECF-869D-B0434301A7DB}" type="presParOf" srcId="{379FA60C-6426-4EE3-B6CE-C78201C2D820}" destId="{834B05E9-F2CE-4062-816C-AAF7733BA179}" srcOrd="2" destOrd="0" presId="urn:microsoft.com/office/officeart/2018/2/layout/IconVerticalSolidList"/>
    <dgm:cxn modelId="{880F3484-5248-4A8C-A02C-2D63330A6E9F}" type="presParOf" srcId="{834B05E9-F2CE-4062-816C-AAF7733BA179}" destId="{9C289344-443E-41EA-9A41-00344F75B7AC}" srcOrd="0" destOrd="0" presId="urn:microsoft.com/office/officeart/2018/2/layout/IconVerticalSolidList"/>
    <dgm:cxn modelId="{62DF6F2F-591B-4054-9CE4-6121085E8C96}" type="presParOf" srcId="{834B05E9-F2CE-4062-816C-AAF7733BA179}" destId="{6FE8AA02-0551-4FC8-9EE1-22EE0BE8D457}" srcOrd="1" destOrd="0" presId="urn:microsoft.com/office/officeart/2018/2/layout/IconVerticalSolidList"/>
    <dgm:cxn modelId="{334DC364-1530-4092-B327-D2B72B5A0E0B}" type="presParOf" srcId="{834B05E9-F2CE-4062-816C-AAF7733BA179}" destId="{A7668270-F6F4-4FBE-B1A4-5246B8EECEE9}" srcOrd="2" destOrd="0" presId="urn:microsoft.com/office/officeart/2018/2/layout/IconVerticalSolidList"/>
    <dgm:cxn modelId="{861EC78A-503B-476C-B80B-E563D884138D}" type="presParOf" srcId="{834B05E9-F2CE-4062-816C-AAF7733BA179}" destId="{62CEA266-FC1C-4DB8-9FA3-81415525E219}" srcOrd="3" destOrd="0" presId="urn:microsoft.com/office/officeart/2018/2/layout/IconVerticalSolidList"/>
    <dgm:cxn modelId="{799C7C55-39CB-47FC-9FEA-B3942603C68B}" type="presParOf" srcId="{834B05E9-F2CE-4062-816C-AAF7733BA179}" destId="{25B6FE2C-6641-48CE-9FAE-A27FCD8886C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8FB9EC-6105-4DA7-956D-DDCAEFA3E4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8ED1C99-7AC8-4874-85BC-4BB18D054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Non-Preemptive Priority</a:t>
          </a:r>
        </a:p>
      </dgm:t>
    </dgm:pt>
    <dgm:pt modelId="{F017AAD5-C1BD-46A4-B483-1BAF38C03EAD}" type="parTrans" cxnId="{C5903788-5A0B-4C5E-8F6C-660EB02E1A89}">
      <dgm:prSet/>
      <dgm:spPr/>
      <dgm:t>
        <a:bodyPr/>
        <a:lstStyle/>
        <a:p>
          <a:endParaRPr lang="en-US"/>
        </a:p>
      </dgm:t>
    </dgm:pt>
    <dgm:pt modelId="{B65676BF-B45B-439E-8933-1D808FA2E421}" type="sibTrans" cxnId="{C5903788-5A0B-4C5E-8F6C-660EB02E1A89}">
      <dgm:prSet/>
      <dgm:spPr/>
      <dgm:t>
        <a:bodyPr/>
        <a:lstStyle/>
        <a:p>
          <a:endParaRPr lang="en-US"/>
        </a:p>
      </dgm:t>
    </dgm:pt>
    <dgm:pt modelId="{0117265F-CB7C-4786-AAC5-8ED2D312684A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Mechanism: Priority-based, no preemption</a:t>
          </a:r>
        </a:p>
      </dgm:t>
    </dgm:pt>
    <dgm:pt modelId="{05E64D44-5F8C-4AB4-8213-67C6CD947DF3}" type="parTrans" cxnId="{F076791A-3E42-44F6-8153-E4E764A0A63C}">
      <dgm:prSet/>
      <dgm:spPr/>
      <dgm:t>
        <a:bodyPr/>
        <a:lstStyle/>
        <a:p>
          <a:endParaRPr lang="en-US"/>
        </a:p>
      </dgm:t>
    </dgm:pt>
    <dgm:pt modelId="{4E645C7A-23DF-43C3-9CF7-C9947A82C0A9}" type="sibTrans" cxnId="{F076791A-3E42-44F6-8153-E4E764A0A63C}">
      <dgm:prSet/>
      <dgm:spPr/>
      <dgm:t>
        <a:bodyPr/>
        <a:lstStyle/>
        <a:p>
          <a:endParaRPr lang="en-US"/>
        </a:p>
      </dgm:t>
    </dgm:pt>
    <dgm:pt modelId="{6193EF31-4760-4F85-BF8F-E406ABC2914B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7B6265C-1C65-4409-ACBC-3D2B781652F7}" type="parTrans" cxnId="{0ED783B8-B149-4BAC-89FC-6A586BE8C272}">
      <dgm:prSet/>
      <dgm:spPr/>
      <dgm:t>
        <a:bodyPr/>
        <a:lstStyle/>
        <a:p>
          <a:endParaRPr lang="en-US"/>
        </a:p>
      </dgm:t>
    </dgm:pt>
    <dgm:pt modelId="{88E12CD8-10BB-4E86-8EA0-E0FB52E215ED}" type="sibTrans" cxnId="{0ED783B8-B149-4BAC-89FC-6A586BE8C272}">
      <dgm:prSet/>
      <dgm:spPr/>
      <dgm:t>
        <a:bodyPr/>
        <a:lstStyle/>
        <a:p>
          <a:endParaRPr lang="en-US"/>
        </a:p>
      </dgm:t>
    </dgm:pt>
    <dgm:pt modelId="{4F222B3E-6E1E-42EA-8E48-6145AF93C5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Multilevel Queue (MLQ)</a:t>
          </a:r>
        </a:p>
      </dgm:t>
    </dgm:pt>
    <dgm:pt modelId="{887E18B1-C846-4879-B86C-3BAF13728CED}" type="parTrans" cxnId="{8B580087-FC3C-4575-AE21-F4B2A54A5E6A}">
      <dgm:prSet/>
      <dgm:spPr/>
      <dgm:t>
        <a:bodyPr/>
        <a:lstStyle/>
        <a:p>
          <a:endParaRPr lang="en-US"/>
        </a:p>
      </dgm:t>
    </dgm:pt>
    <dgm:pt modelId="{47F7E1C2-928C-4E39-BA73-E4056D3AEC9D}" type="sibTrans" cxnId="{8B580087-FC3C-4575-AE21-F4B2A54A5E6A}">
      <dgm:prSet/>
      <dgm:spPr/>
      <dgm:t>
        <a:bodyPr/>
        <a:lstStyle/>
        <a:p>
          <a:endParaRPr lang="en-US"/>
        </a:p>
      </dgm:t>
    </dgm:pt>
    <dgm:pt modelId="{9CEEDF79-968E-48D8-AB2A-A3E4C8D74800}">
      <dgm:prSet/>
      <dgm:spPr/>
      <dgm:t>
        <a:bodyPr/>
        <a:lstStyle/>
        <a:p>
          <a:pPr>
            <a:lnSpc>
              <a:spcPct val="100000"/>
            </a:lnSpc>
            <a:buNone/>
          </a:pPr>
          <a:endParaRPr lang="en-US" dirty="0"/>
        </a:p>
        <a:p>
          <a:pPr>
            <a:lnSpc>
              <a:spcPct val="100000"/>
            </a:lnSpc>
            <a:buNone/>
          </a:pPr>
          <a:r>
            <a:rPr lang="en-US" dirty="0"/>
            <a:t>Mechanism: Three fixed queues</a:t>
          </a:r>
        </a:p>
      </dgm:t>
    </dgm:pt>
    <dgm:pt modelId="{9ED8E516-EEF4-4BA7-BF70-8FFCB4D89BEB}" type="parTrans" cxnId="{630153E3-02DF-4BFB-A9E1-4971CD0EC707}">
      <dgm:prSet/>
      <dgm:spPr/>
      <dgm:t>
        <a:bodyPr/>
        <a:lstStyle/>
        <a:p>
          <a:endParaRPr lang="en-US"/>
        </a:p>
      </dgm:t>
    </dgm:pt>
    <dgm:pt modelId="{80CC31EB-FB7F-4956-9BFF-560B8D30EFB3}" type="sibTrans" cxnId="{630153E3-02DF-4BFB-A9E1-4971CD0EC707}">
      <dgm:prSet/>
      <dgm:spPr/>
      <dgm:t>
        <a:bodyPr/>
        <a:lstStyle/>
        <a:p>
          <a:endParaRPr lang="en-US"/>
        </a:p>
      </dgm:t>
    </dgm:pt>
    <dgm:pt modelId="{A3BEA3A4-70EF-466F-9F22-F7CA5870A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Queue: Priority queue</a:t>
          </a:r>
        </a:p>
      </dgm:t>
    </dgm:pt>
    <dgm:pt modelId="{07FDB6F4-587C-46A4-8EE2-1BDD04684F24}" type="parTrans" cxnId="{3BC91282-1783-4F0A-B6DB-D656A4BA4436}">
      <dgm:prSet/>
      <dgm:spPr/>
      <dgm:t>
        <a:bodyPr/>
        <a:lstStyle/>
        <a:p>
          <a:endParaRPr lang="en-US"/>
        </a:p>
      </dgm:t>
    </dgm:pt>
    <dgm:pt modelId="{DB76C804-508D-44B1-896B-6F686528FAFE}" type="sibTrans" cxnId="{3BC91282-1783-4F0A-B6DB-D656A4BA4436}">
      <dgm:prSet/>
      <dgm:spPr/>
      <dgm:t>
        <a:bodyPr/>
        <a:lstStyle/>
        <a:p>
          <a:endParaRPr lang="en-US"/>
        </a:p>
      </dgm:t>
    </dgm:pt>
    <dgm:pt modelId="{68A5DD8A-6978-4AE3-B574-AEF63CFD12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Case: Batch processing</a:t>
          </a:r>
        </a:p>
      </dgm:t>
    </dgm:pt>
    <dgm:pt modelId="{889AA0C6-E4A8-4B19-A643-C4CAED84D769}" type="parTrans" cxnId="{664D6083-FDEB-4C9A-8222-5730815112F3}">
      <dgm:prSet/>
      <dgm:spPr/>
      <dgm:t>
        <a:bodyPr/>
        <a:lstStyle/>
        <a:p>
          <a:endParaRPr lang="en-US"/>
        </a:p>
      </dgm:t>
    </dgm:pt>
    <dgm:pt modelId="{411BAFC0-51D3-4592-8E0F-E74004A84A57}" type="sibTrans" cxnId="{664D6083-FDEB-4C9A-8222-5730815112F3}">
      <dgm:prSet/>
      <dgm:spPr/>
      <dgm:t>
        <a:bodyPr/>
        <a:lstStyle/>
        <a:p>
          <a:endParaRPr lang="en-US"/>
        </a:p>
      </dgm:t>
    </dgm:pt>
    <dgm:pt modelId="{3B8D7952-E228-486A-81D0-B87689C8E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Pros: Simple, predictable</a:t>
          </a:r>
        </a:p>
      </dgm:t>
    </dgm:pt>
    <dgm:pt modelId="{70815229-FE35-4AE9-A9EC-B99A21259238}" type="parTrans" cxnId="{5FC5B717-BF42-49D5-B350-1E290C02E544}">
      <dgm:prSet/>
      <dgm:spPr/>
      <dgm:t>
        <a:bodyPr/>
        <a:lstStyle/>
        <a:p>
          <a:endParaRPr lang="en-US"/>
        </a:p>
      </dgm:t>
    </dgm:pt>
    <dgm:pt modelId="{134CED73-660E-400C-B626-3AE2347C59FF}" type="sibTrans" cxnId="{5FC5B717-BF42-49D5-B350-1E290C02E544}">
      <dgm:prSet/>
      <dgm:spPr/>
      <dgm:t>
        <a:bodyPr/>
        <a:lstStyle/>
        <a:p>
          <a:endParaRPr lang="en-US"/>
        </a:p>
      </dgm:t>
    </dgm:pt>
    <dgm:pt modelId="{DAF4FAA6-1E99-4465-BDBA-666512BB41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Cons: Poor response time</a:t>
          </a:r>
        </a:p>
      </dgm:t>
    </dgm:pt>
    <dgm:pt modelId="{CBA0FFBB-1188-4060-B4AB-4A77933AC986}" type="parTrans" cxnId="{FAC0AAD0-1309-4376-9082-2652C6A8D6AF}">
      <dgm:prSet/>
      <dgm:spPr/>
      <dgm:t>
        <a:bodyPr/>
        <a:lstStyle/>
        <a:p>
          <a:endParaRPr lang="en-US"/>
        </a:p>
      </dgm:t>
    </dgm:pt>
    <dgm:pt modelId="{706BFD46-7642-41AF-A679-68EDD82B1F4D}" type="sibTrans" cxnId="{FAC0AAD0-1309-4376-9082-2652C6A8D6AF}">
      <dgm:prSet/>
      <dgm:spPr/>
      <dgm:t>
        <a:bodyPr/>
        <a:lstStyle/>
        <a:p>
          <a:endParaRPr lang="en-US"/>
        </a:p>
      </dgm:t>
    </dgm:pt>
    <dgm:pt modelId="{7B8A8F14-D7D4-4519-BB79-AFB02330F7C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System (0-1): Highest priority</a:t>
          </a:r>
        </a:p>
      </dgm:t>
    </dgm:pt>
    <dgm:pt modelId="{1A383EEF-371C-43AC-881C-7595C5FDA436}" type="parTrans" cxnId="{C0A564E8-791E-4790-942F-1F807FDBC2E9}">
      <dgm:prSet/>
      <dgm:spPr/>
      <dgm:t>
        <a:bodyPr/>
        <a:lstStyle/>
        <a:p>
          <a:endParaRPr lang="en-US"/>
        </a:p>
      </dgm:t>
    </dgm:pt>
    <dgm:pt modelId="{67B30471-8B80-4EEC-9F8A-3DE80E89A02C}" type="sibTrans" cxnId="{C0A564E8-791E-4790-942F-1F807FDBC2E9}">
      <dgm:prSet/>
      <dgm:spPr/>
      <dgm:t>
        <a:bodyPr/>
        <a:lstStyle/>
        <a:p>
          <a:endParaRPr lang="en-US"/>
        </a:p>
      </dgm:t>
    </dgm:pt>
    <dgm:pt modelId="{3627B6C9-6C54-4358-8F21-79CAA571AABB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Interactive (2-3): Round Robin</a:t>
          </a:r>
        </a:p>
      </dgm:t>
    </dgm:pt>
    <dgm:pt modelId="{E46156DA-1D5F-44C5-8DB8-55B7150ED29F}" type="parTrans" cxnId="{F467D9EF-43E6-4C8F-8AE5-BB85A3AEC9AB}">
      <dgm:prSet/>
      <dgm:spPr/>
      <dgm:t>
        <a:bodyPr/>
        <a:lstStyle/>
        <a:p>
          <a:endParaRPr lang="en-US"/>
        </a:p>
      </dgm:t>
    </dgm:pt>
    <dgm:pt modelId="{D1C3A3B2-DB56-4B5D-9094-8449F08F8BC0}" type="sibTrans" cxnId="{F467D9EF-43E6-4C8F-8AE5-BB85A3AEC9AB}">
      <dgm:prSet/>
      <dgm:spPr/>
      <dgm:t>
        <a:bodyPr/>
        <a:lstStyle/>
        <a:p>
          <a:endParaRPr lang="en-US"/>
        </a:p>
      </dgm:t>
    </dgm:pt>
    <dgm:pt modelId="{D2935980-A93F-4A34-87FB-F11CD490B38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Batch (4-5): FCFS</a:t>
          </a:r>
        </a:p>
      </dgm:t>
    </dgm:pt>
    <dgm:pt modelId="{948EED8C-B8F4-477A-B600-950146599487}" type="parTrans" cxnId="{102916CC-69D9-4FF7-91EC-28AB23416A1A}">
      <dgm:prSet/>
      <dgm:spPr/>
      <dgm:t>
        <a:bodyPr/>
        <a:lstStyle/>
        <a:p>
          <a:endParaRPr lang="en-US"/>
        </a:p>
      </dgm:t>
    </dgm:pt>
    <dgm:pt modelId="{4D634AF4-B97D-4CCF-84F3-23EF44269255}" type="sibTrans" cxnId="{102916CC-69D9-4FF7-91EC-28AB23416A1A}">
      <dgm:prSet/>
      <dgm:spPr/>
      <dgm:t>
        <a:bodyPr/>
        <a:lstStyle/>
        <a:p>
          <a:endParaRPr lang="en-US"/>
        </a:p>
      </dgm:t>
    </dgm:pt>
    <dgm:pt modelId="{0E19686E-BF75-416E-A924-4CF2C1CEFC1C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Use Case: Mixed workloads</a:t>
          </a:r>
        </a:p>
      </dgm:t>
    </dgm:pt>
    <dgm:pt modelId="{96D387DF-60E5-4B6A-BBC2-F656BF793F55}" type="parTrans" cxnId="{4B8824D6-0674-4DE4-BDA0-7E5D29D9AEFB}">
      <dgm:prSet/>
      <dgm:spPr/>
      <dgm:t>
        <a:bodyPr/>
        <a:lstStyle/>
        <a:p>
          <a:endParaRPr lang="en-US"/>
        </a:p>
      </dgm:t>
    </dgm:pt>
    <dgm:pt modelId="{FEEB134B-C1F1-4EB3-9B15-12A6B5AE2A41}" type="sibTrans" cxnId="{4B8824D6-0674-4DE4-BDA0-7E5D29D9AEFB}">
      <dgm:prSet/>
      <dgm:spPr/>
      <dgm:t>
        <a:bodyPr/>
        <a:lstStyle/>
        <a:p>
          <a:endParaRPr lang="en-US"/>
        </a:p>
      </dgm:t>
    </dgm:pt>
    <dgm:pt modelId="{1FAD2B3D-87A0-4872-87A9-5ED3DCC3A63B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Pros: Queue separation</a:t>
          </a:r>
        </a:p>
      </dgm:t>
    </dgm:pt>
    <dgm:pt modelId="{D6F9D311-E21B-4561-9BCB-DC1A1E8B8B25}" type="parTrans" cxnId="{54D3B761-3AEF-4EAE-8B9D-47B8DC947E1F}">
      <dgm:prSet/>
      <dgm:spPr/>
      <dgm:t>
        <a:bodyPr/>
        <a:lstStyle/>
        <a:p>
          <a:endParaRPr lang="en-US"/>
        </a:p>
      </dgm:t>
    </dgm:pt>
    <dgm:pt modelId="{1333D632-8AC1-4F21-9555-3DCADE9E5A0D}" type="sibTrans" cxnId="{54D3B761-3AEF-4EAE-8B9D-47B8DC947E1F}">
      <dgm:prSet/>
      <dgm:spPr/>
      <dgm:t>
        <a:bodyPr/>
        <a:lstStyle/>
        <a:p>
          <a:endParaRPr lang="en-US"/>
        </a:p>
      </dgm:t>
    </dgm:pt>
    <dgm:pt modelId="{B130D7A3-3BF9-4888-918F-969E3182BF24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Cons: Inflexible</a:t>
          </a:r>
        </a:p>
      </dgm:t>
    </dgm:pt>
    <dgm:pt modelId="{A0AB09D2-5B34-401E-A697-ACEA96D72C61}" type="parTrans" cxnId="{B8C88111-B5E8-4E56-98F5-A32DD7D8A11E}">
      <dgm:prSet/>
      <dgm:spPr/>
      <dgm:t>
        <a:bodyPr/>
        <a:lstStyle/>
        <a:p>
          <a:endParaRPr lang="en-US"/>
        </a:p>
      </dgm:t>
    </dgm:pt>
    <dgm:pt modelId="{EC324F2C-0CFB-46BD-91D4-6AEE8C0EF4DC}" type="sibTrans" cxnId="{B8C88111-B5E8-4E56-98F5-A32DD7D8A11E}">
      <dgm:prSet/>
      <dgm:spPr/>
      <dgm:t>
        <a:bodyPr/>
        <a:lstStyle/>
        <a:p>
          <a:endParaRPr lang="en-US"/>
        </a:p>
      </dgm:t>
    </dgm:pt>
    <dgm:pt modelId="{53DA1326-20F8-432C-A6D7-6ED1439BDAC2}">
      <dgm:prSet/>
      <dgm:spPr/>
      <dgm:t>
        <a:bodyPr/>
        <a:lstStyle/>
        <a:p>
          <a:pPr>
            <a:lnSpc>
              <a:spcPct val="100000"/>
            </a:lnSpc>
            <a:buNone/>
          </a:pPr>
          <a:endParaRPr lang="en-US" dirty="0"/>
        </a:p>
      </dgm:t>
    </dgm:pt>
    <dgm:pt modelId="{69942732-BFE0-4994-B682-5CB62DA5040D}" type="parTrans" cxnId="{27571A05-3453-49D5-AD38-86BCA2F9AE42}">
      <dgm:prSet/>
      <dgm:spPr/>
      <dgm:t>
        <a:bodyPr/>
        <a:lstStyle/>
        <a:p>
          <a:endParaRPr lang="en-US"/>
        </a:p>
      </dgm:t>
    </dgm:pt>
    <dgm:pt modelId="{3CB4A91B-C68D-4CBB-BAAC-09BF66CA6753}" type="sibTrans" cxnId="{27571A05-3453-49D5-AD38-86BCA2F9AE42}">
      <dgm:prSet/>
      <dgm:spPr/>
      <dgm:t>
        <a:bodyPr/>
        <a:lstStyle/>
        <a:p>
          <a:endParaRPr lang="en-US"/>
        </a:p>
      </dgm:t>
    </dgm:pt>
    <dgm:pt modelId="{379FA60C-6426-4EE3-B6CE-C78201C2D820}" type="pres">
      <dgm:prSet presAssocID="{8D8FB9EC-6105-4DA7-956D-DDCAEFA3E435}" presName="root" presStyleCnt="0">
        <dgm:presLayoutVars>
          <dgm:dir/>
          <dgm:resizeHandles val="exact"/>
        </dgm:presLayoutVars>
      </dgm:prSet>
      <dgm:spPr/>
    </dgm:pt>
    <dgm:pt modelId="{2C5CF03C-F3E3-4CEC-8877-BF078993D1AA}" type="pres">
      <dgm:prSet presAssocID="{D8ED1C99-7AC8-4874-85BC-4BB18D05457E}" presName="compNode" presStyleCnt="0"/>
      <dgm:spPr/>
    </dgm:pt>
    <dgm:pt modelId="{C60302A2-0EA4-443B-8103-1A2104FDEE76}" type="pres">
      <dgm:prSet presAssocID="{D8ED1C99-7AC8-4874-85BC-4BB18D05457E}" presName="bgRect" presStyleLbl="bgShp" presStyleIdx="0" presStyleCnt="2" custScaleY="150165"/>
      <dgm:spPr/>
    </dgm:pt>
    <dgm:pt modelId="{AF994921-B48C-4908-8E55-9C4CD38B5EEB}" type="pres">
      <dgm:prSet presAssocID="{D8ED1C99-7AC8-4874-85BC-4BB18D05457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4300927-89BA-43FD-B907-0752B7EF313C}" type="pres">
      <dgm:prSet presAssocID="{D8ED1C99-7AC8-4874-85BC-4BB18D05457E}" presName="spaceRect" presStyleCnt="0"/>
      <dgm:spPr/>
    </dgm:pt>
    <dgm:pt modelId="{32C4370E-B437-4F39-A864-8746F12B0C0D}" type="pres">
      <dgm:prSet presAssocID="{D8ED1C99-7AC8-4874-85BC-4BB18D05457E}" presName="parTx" presStyleLbl="revTx" presStyleIdx="0" presStyleCnt="4" custScaleX="108368">
        <dgm:presLayoutVars>
          <dgm:chMax val="0"/>
          <dgm:chPref val="0"/>
        </dgm:presLayoutVars>
      </dgm:prSet>
      <dgm:spPr/>
    </dgm:pt>
    <dgm:pt modelId="{ADD6D80E-748F-41D5-AF87-BAF7DD56F6B6}" type="pres">
      <dgm:prSet presAssocID="{D8ED1C99-7AC8-4874-85BC-4BB18D05457E}" presName="desTx" presStyleLbl="revTx" presStyleIdx="1" presStyleCnt="4">
        <dgm:presLayoutVars/>
      </dgm:prSet>
      <dgm:spPr/>
    </dgm:pt>
    <dgm:pt modelId="{4B106246-8088-4184-8763-31420AFD6D3D}" type="pres">
      <dgm:prSet presAssocID="{B65676BF-B45B-439E-8933-1D808FA2E421}" presName="sibTrans" presStyleCnt="0"/>
      <dgm:spPr/>
    </dgm:pt>
    <dgm:pt modelId="{834B05E9-F2CE-4062-816C-AAF7733BA179}" type="pres">
      <dgm:prSet presAssocID="{4F222B3E-6E1E-42EA-8E48-6145AF93C59E}" presName="compNode" presStyleCnt="0"/>
      <dgm:spPr/>
    </dgm:pt>
    <dgm:pt modelId="{9C289344-443E-41EA-9A41-00344F75B7AC}" type="pres">
      <dgm:prSet presAssocID="{4F222B3E-6E1E-42EA-8E48-6145AF93C59E}" presName="bgRect" presStyleLbl="bgShp" presStyleIdx="1" presStyleCnt="2" custScaleY="158967" custLinFactNeighborX="-110" custLinFactNeighborY="11040"/>
      <dgm:spPr/>
    </dgm:pt>
    <dgm:pt modelId="{6FE8AA02-0551-4FC8-9EE1-22EE0BE8D457}" type="pres">
      <dgm:prSet presAssocID="{4F222B3E-6E1E-42EA-8E48-6145AF93C5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7668270-F6F4-4FBE-B1A4-5246B8EECEE9}" type="pres">
      <dgm:prSet presAssocID="{4F222B3E-6E1E-42EA-8E48-6145AF93C59E}" presName="spaceRect" presStyleCnt="0"/>
      <dgm:spPr/>
    </dgm:pt>
    <dgm:pt modelId="{62CEA266-FC1C-4DB8-9FA3-81415525E219}" type="pres">
      <dgm:prSet presAssocID="{4F222B3E-6E1E-42EA-8E48-6145AF93C59E}" presName="parTx" presStyleLbl="revTx" presStyleIdx="2" presStyleCnt="4" custLinFactNeighborX="-5092">
        <dgm:presLayoutVars>
          <dgm:chMax val="0"/>
          <dgm:chPref val="0"/>
        </dgm:presLayoutVars>
      </dgm:prSet>
      <dgm:spPr/>
    </dgm:pt>
    <dgm:pt modelId="{25B6FE2C-6641-48CE-9FAE-A27FCD8886CF}" type="pres">
      <dgm:prSet presAssocID="{4F222B3E-6E1E-42EA-8E48-6145AF93C59E}" presName="desTx" presStyleLbl="revTx" presStyleIdx="3" presStyleCnt="4" custScaleY="156337" custLinFactNeighborX="46" custLinFactNeighborY="13074">
        <dgm:presLayoutVars/>
      </dgm:prSet>
      <dgm:spPr/>
    </dgm:pt>
  </dgm:ptLst>
  <dgm:cxnLst>
    <dgm:cxn modelId="{8F204C04-F488-497C-B86D-0C7E506AD2F2}" type="presOf" srcId="{A3BEA3A4-70EF-466F-9F22-F7CA5870AD4D}" destId="{ADD6D80E-748F-41D5-AF87-BAF7DD56F6B6}" srcOrd="0" destOrd="1" presId="urn:microsoft.com/office/officeart/2018/2/layout/IconVerticalSolidList"/>
    <dgm:cxn modelId="{27571A05-3453-49D5-AD38-86BCA2F9AE42}" srcId="{4F222B3E-6E1E-42EA-8E48-6145AF93C59E}" destId="{53DA1326-20F8-432C-A6D7-6ED1439BDAC2}" srcOrd="4" destOrd="0" parTransId="{69942732-BFE0-4994-B682-5CB62DA5040D}" sibTransId="{3CB4A91B-C68D-4CBB-BAAC-09BF66CA6753}"/>
    <dgm:cxn modelId="{B8C88111-B5E8-4E56-98F5-A32DD7D8A11E}" srcId="{4F222B3E-6E1E-42EA-8E48-6145AF93C59E}" destId="{B130D7A3-3BF9-4888-918F-969E3182BF24}" srcOrd="3" destOrd="0" parTransId="{A0AB09D2-5B34-401E-A697-ACEA96D72C61}" sibTransId="{EC324F2C-0CFB-46BD-91D4-6AEE8C0EF4DC}"/>
    <dgm:cxn modelId="{5FC5B717-BF42-49D5-B350-1E290C02E544}" srcId="{D8ED1C99-7AC8-4874-85BC-4BB18D05457E}" destId="{3B8D7952-E228-486A-81D0-B87689C8E6C9}" srcOrd="3" destOrd="0" parTransId="{70815229-FE35-4AE9-A9EC-B99A21259238}" sibTransId="{134CED73-660E-400C-B626-3AE2347C59FF}"/>
    <dgm:cxn modelId="{62304118-103A-4AFC-9081-C678FE2FCF13}" type="presOf" srcId="{D8ED1C99-7AC8-4874-85BC-4BB18D05457E}" destId="{32C4370E-B437-4F39-A864-8746F12B0C0D}" srcOrd="0" destOrd="0" presId="urn:microsoft.com/office/officeart/2018/2/layout/IconVerticalSolidList"/>
    <dgm:cxn modelId="{F076791A-3E42-44F6-8153-E4E764A0A63C}" srcId="{D8ED1C99-7AC8-4874-85BC-4BB18D05457E}" destId="{0117265F-CB7C-4786-AAC5-8ED2D312684A}" srcOrd="0" destOrd="0" parTransId="{05E64D44-5F8C-4AB4-8213-67C6CD947DF3}" sibTransId="{4E645C7A-23DF-43C3-9CF7-C9947A82C0A9}"/>
    <dgm:cxn modelId="{6D0A5B2B-1947-4F0A-B217-4662B89E2CC9}" type="presOf" srcId="{9CEEDF79-968E-48D8-AB2A-A3E4C8D74800}" destId="{25B6FE2C-6641-48CE-9FAE-A27FCD8886CF}" srcOrd="0" destOrd="0" presId="urn:microsoft.com/office/officeart/2018/2/layout/IconVerticalSolidList"/>
    <dgm:cxn modelId="{07A4DB2B-F934-4FEE-BFF9-13538CE8F2AC}" type="presOf" srcId="{1FAD2B3D-87A0-4872-87A9-5ED3DCC3A63B}" destId="{25B6FE2C-6641-48CE-9FAE-A27FCD8886CF}" srcOrd="0" destOrd="5" presId="urn:microsoft.com/office/officeart/2018/2/layout/IconVerticalSolidList"/>
    <dgm:cxn modelId="{07653838-C561-4DA5-A559-FA77C5621BE6}" type="presOf" srcId="{B130D7A3-3BF9-4888-918F-969E3182BF24}" destId="{25B6FE2C-6641-48CE-9FAE-A27FCD8886CF}" srcOrd="0" destOrd="6" presId="urn:microsoft.com/office/officeart/2018/2/layout/IconVerticalSolidList"/>
    <dgm:cxn modelId="{C70D243D-FE04-4313-B02E-BD74E0A3D625}" type="presOf" srcId="{3627B6C9-6C54-4358-8F21-79CAA571AABB}" destId="{25B6FE2C-6641-48CE-9FAE-A27FCD8886CF}" srcOrd="0" destOrd="2" presId="urn:microsoft.com/office/officeart/2018/2/layout/IconVerticalSolidList"/>
    <dgm:cxn modelId="{54D3B761-3AEF-4EAE-8B9D-47B8DC947E1F}" srcId="{4F222B3E-6E1E-42EA-8E48-6145AF93C59E}" destId="{1FAD2B3D-87A0-4872-87A9-5ED3DCC3A63B}" srcOrd="2" destOrd="0" parTransId="{D6F9D311-E21B-4561-9BCB-DC1A1E8B8B25}" sibTransId="{1333D632-8AC1-4F21-9555-3DCADE9E5A0D}"/>
    <dgm:cxn modelId="{6CA3E762-0500-47D3-9055-48791C244639}" type="presOf" srcId="{0117265F-CB7C-4786-AAC5-8ED2D312684A}" destId="{ADD6D80E-748F-41D5-AF87-BAF7DD56F6B6}" srcOrd="0" destOrd="0" presId="urn:microsoft.com/office/officeart/2018/2/layout/IconVerticalSolidList"/>
    <dgm:cxn modelId="{9506924F-0608-4283-92FA-CB69815AE614}" type="presOf" srcId="{3B8D7952-E228-486A-81D0-B87689C8E6C9}" destId="{ADD6D80E-748F-41D5-AF87-BAF7DD56F6B6}" srcOrd="0" destOrd="3" presId="urn:microsoft.com/office/officeart/2018/2/layout/IconVerticalSolidList"/>
    <dgm:cxn modelId="{0137D07C-66FA-41CF-83D4-13453C61B89B}" type="presOf" srcId="{0E19686E-BF75-416E-A924-4CF2C1CEFC1C}" destId="{25B6FE2C-6641-48CE-9FAE-A27FCD8886CF}" srcOrd="0" destOrd="4" presId="urn:microsoft.com/office/officeart/2018/2/layout/IconVerticalSolidList"/>
    <dgm:cxn modelId="{3BC91282-1783-4F0A-B6DB-D656A4BA4436}" srcId="{D8ED1C99-7AC8-4874-85BC-4BB18D05457E}" destId="{A3BEA3A4-70EF-466F-9F22-F7CA5870AD4D}" srcOrd="1" destOrd="0" parTransId="{07FDB6F4-587C-46A4-8EE2-1BDD04684F24}" sibTransId="{DB76C804-508D-44B1-896B-6F686528FAFE}"/>
    <dgm:cxn modelId="{664D6083-FDEB-4C9A-8222-5730815112F3}" srcId="{D8ED1C99-7AC8-4874-85BC-4BB18D05457E}" destId="{68A5DD8A-6978-4AE3-B574-AEF63CFD1265}" srcOrd="2" destOrd="0" parTransId="{889AA0C6-E4A8-4B19-A643-C4CAED84D769}" sibTransId="{411BAFC0-51D3-4592-8E0F-E74004A84A57}"/>
    <dgm:cxn modelId="{8B580087-FC3C-4575-AE21-F4B2A54A5E6A}" srcId="{8D8FB9EC-6105-4DA7-956D-DDCAEFA3E435}" destId="{4F222B3E-6E1E-42EA-8E48-6145AF93C59E}" srcOrd="1" destOrd="0" parTransId="{887E18B1-C846-4879-B86C-3BAF13728CED}" sibTransId="{47F7E1C2-928C-4E39-BA73-E4056D3AEC9D}"/>
    <dgm:cxn modelId="{C5903788-5A0B-4C5E-8F6C-660EB02E1A89}" srcId="{8D8FB9EC-6105-4DA7-956D-DDCAEFA3E435}" destId="{D8ED1C99-7AC8-4874-85BC-4BB18D05457E}" srcOrd="0" destOrd="0" parTransId="{F017AAD5-C1BD-46A4-B483-1BAF38C03EAD}" sibTransId="{B65676BF-B45B-439E-8933-1D808FA2E421}"/>
    <dgm:cxn modelId="{5F2CB388-DC22-4C23-9B86-E63708E1AC95}" type="presOf" srcId="{7B8A8F14-D7D4-4519-BB79-AFB02330F7C3}" destId="{25B6FE2C-6641-48CE-9FAE-A27FCD8886CF}" srcOrd="0" destOrd="1" presId="urn:microsoft.com/office/officeart/2018/2/layout/IconVerticalSolidList"/>
    <dgm:cxn modelId="{3D16509F-7C62-4A19-93E1-15DFCE862576}" type="presOf" srcId="{53DA1326-20F8-432C-A6D7-6ED1439BDAC2}" destId="{25B6FE2C-6641-48CE-9FAE-A27FCD8886CF}" srcOrd="0" destOrd="7" presId="urn:microsoft.com/office/officeart/2018/2/layout/IconVerticalSolidList"/>
    <dgm:cxn modelId="{635CCCB3-F1D4-458A-9DE7-F9DD2697B8CA}" type="presOf" srcId="{8D8FB9EC-6105-4DA7-956D-DDCAEFA3E435}" destId="{379FA60C-6426-4EE3-B6CE-C78201C2D820}" srcOrd="0" destOrd="0" presId="urn:microsoft.com/office/officeart/2018/2/layout/IconVerticalSolidList"/>
    <dgm:cxn modelId="{B04DFBB3-6AF2-4CD8-B9DC-222DC97974C3}" type="presOf" srcId="{D2935980-A93F-4A34-87FB-F11CD490B387}" destId="{25B6FE2C-6641-48CE-9FAE-A27FCD8886CF}" srcOrd="0" destOrd="3" presId="urn:microsoft.com/office/officeart/2018/2/layout/IconVerticalSolidList"/>
    <dgm:cxn modelId="{0ED783B8-B149-4BAC-89FC-6A586BE8C272}" srcId="{D8ED1C99-7AC8-4874-85BC-4BB18D05457E}" destId="{6193EF31-4760-4F85-BF8F-E406ABC2914B}" srcOrd="5" destOrd="0" parTransId="{27B6265C-1C65-4409-ACBC-3D2B781652F7}" sibTransId="{88E12CD8-10BB-4E86-8EA0-E0FB52E215ED}"/>
    <dgm:cxn modelId="{D5103EC2-C1C1-4E0A-A782-0EAD5F4D39D9}" type="presOf" srcId="{DAF4FAA6-1E99-4465-BDBA-666512BB414D}" destId="{ADD6D80E-748F-41D5-AF87-BAF7DD56F6B6}" srcOrd="0" destOrd="4" presId="urn:microsoft.com/office/officeart/2018/2/layout/IconVerticalSolidList"/>
    <dgm:cxn modelId="{102916CC-69D9-4FF7-91EC-28AB23416A1A}" srcId="{9CEEDF79-968E-48D8-AB2A-A3E4C8D74800}" destId="{D2935980-A93F-4A34-87FB-F11CD490B387}" srcOrd="2" destOrd="0" parTransId="{948EED8C-B8F4-477A-B600-950146599487}" sibTransId="{4D634AF4-B97D-4CCF-84F3-23EF44269255}"/>
    <dgm:cxn modelId="{FAC0AAD0-1309-4376-9082-2652C6A8D6AF}" srcId="{D8ED1C99-7AC8-4874-85BC-4BB18D05457E}" destId="{DAF4FAA6-1E99-4465-BDBA-666512BB414D}" srcOrd="4" destOrd="0" parTransId="{CBA0FFBB-1188-4060-B4AB-4A77933AC986}" sibTransId="{706BFD46-7642-41AF-A679-68EDD82B1F4D}"/>
    <dgm:cxn modelId="{C1C8EDD3-D81B-48F5-827E-76DF0072888B}" type="presOf" srcId="{6193EF31-4760-4F85-BF8F-E406ABC2914B}" destId="{ADD6D80E-748F-41D5-AF87-BAF7DD56F6B6}" srcOrd="0" destOrd="5" presId="urn:microsoft.com/office/officeart/2018/2/layout/IconVerticalSolidList"/>
    <dgm:cxn modelId="{4B8824D6-0674-4DE4-BDA0-7E5D29D9AEFB}" srcId="{4F222B3E-6E1E-42EA-8E48-6145AF93C59E}" destId="{0E19686E-BF75-416E-A924-4CF2C1CEFC1C}" srcOrd="1" destOrd="0" parTransId="{96D387DF-60E5-4B6A-BBC2-F656BF793F55}" sibTransId="{FEEB134B-C1F1-4EB3-9B15-12A6B5AE2A41}"/>
    <dgm:cxn modelId="{630153E3-02DF-4BFB-A9E1-4971CD0EC707}" srcId="{4F222B3E-6E1E-42EA-8E48-6145AF93C59E}" destId="{9CEEDF79-968E-48D8-AB2A-A3E4C8D74800}" srcOrd="0" destOrd="0" parTransId="{9ED8E516-EEF4-4BA7-BF70-8FFCB4D89BEB}" sibTransId="{80CC31EB-FB7F-4956-9BFF-560B8D30EFB3}"/>
    <dgm:cxn modelId="{C0A564E8-791E-4790-942F-1F807FDBC2E9}" srcId="{9CEEDF79-968E-48D8-AB2A-A3E4C8D74800}" destId="{7B8A8F14-D7D4-4519-BB79-AFB02330F7C3}" srcOrd="0" destOrd="0" parTransId="{1A383EEF-371C-43AC-881C-7595C5FDA436}" sibTransId="{67B30471-8B80-4EEC-9F8A-3DE80E89A02C}"/>
    <dgm:cxn modelId="{A74BFAEB-DDA5-452F-AFFD-97BADE8B7218}" type="presOf" srcId="{4F222B3E-6E1E-42EA-8E48-6145AF93C59E}" destId="{62CEA266-FC1C-4DB8-9FA3-81415525E219}" srcOrd="0" destOrd="0" presId="urn:microsoft.com/office/officeart/2018/2/layout/IconVerticalSolidList"/>
    <dgm:cxn modelId="{F467D9EF-43E6-4C8F-8AE5-BB85A3AEC9AB}" srcId="{9CEEDF79-968E-48D8-AB2A-A3E4C8D74800}" destId="{3627B6C9-6C54-4358-8F21-79CAA571AABB}" srcOrd="1" destOrd="0" parTransId="{E46156DA-1D5F-44C5-8DB8-55B7150ED29F}" sibTransId="{D1C3A3B2-DB56-4B5D-9094-8449F08F8BC0}"/>
    <dgm:cxn modelId="{15E3C8F1-7583-47A7-BE9A-6EA31B45FEA3}" type="presOf" srcId="{68A5DD8A-6978-4AE3-B574-AEF63CFD1265}" destId="{ADD6D80E-748F-41D5-AF87-BAF7DD56F6B6}" srcOrd="0" destOrd="2" presId="urn:microsoft.com/office/officeart/2018/2/layout/IconVerticalSolidList"/>
    <dgm:cxn modelId="{887DE198-065E-4DC2-8844-F5FC7F3F41C4}" type="presParOf" srcId="{379FA60C-6426-4EE3-B6CE-C78201C2D820}" destId="{2C5CF03C-F3E3-4CEC-8877-BF078993D1AA}" srcOrd="0" destOrd="0" presId="urn:microsoft.com/office/officeart/2018/2/layout/IconVerticalSolidList"/>
    <dgm:cxn modelId="{11740EB4-68CE-4C29-BD3F-1973110B1021}" type="presParOf" srcId="{2C5CF03C-F3E3-4CEC-8877-BF078993D1AA}" destId="{C60302A2-0EA4-443B-8103-1A2104FDEE76}" srcOrd="0" destOrd="0" presId="urn:microsoft.com/office/officeart/2018/2/layout/IconVerticalSolidList"/>
    <dgm:cxn modelId="{75E2623F-E3DE-486A-A7D3-0B7ED6109ECB}" type="presParOf" srcId="{2C5CF03C-F3E3-4CEC-8877-BF078993D1AA}" destId="{AF994921-B48C-4908-8E55-9C4CD38B5EEB}" srcOrd="1" destOrd="0" presId="urn:microsoft.com/office/officeart/2018/2/layout/IconVerticalSolidList"/>
    <dgm:cxn modelId="{2328FC8A-5CBC-4C81-B972-6570F2348889}" type="presParOf" srcId="{2C5CF03C-F3E3-4CEC-8877-BF078993D1AA}" destId="{14300927-89BA-43FD-B907-0752B7EF313C}" srcOrd="2" destOrd="0" presId="urn:microsoft.com/office/officeart/2018/2/layout/IconVerticalSolidList"/>
    <dgm:cxn modelId="{88AE52B6-B3C9-44E2-A4BB-8E8DAC5FEC0E}" type="presParOf" srcId="{2C5CF03C-F3E3-4CEC-8877-BF078993D1AA}" destId="{32C4370E-B437-4F39-A864-8746F12B0C0D}" srcOrd="3" destOrd="0" presId="urn:microsoft.com/office/officeart/2018/2/layout/IconVerticalSolidList"/>
    <dgm:cxn modelId="{D04B5B7D-DB52-404A-A91A-75FFF37C5C8A}" type="presParOf" srcId="{2C5CF03C-F3E3-4CEC-8877-BF078993D1AA}" destId="{ADD6D80E-748F-41D5-AF87-BAF7DD56F6B6}" srcOrd="4" destOrd="0" presId="urn:microsoft.com/office/officeart/2018/2/layout/IconVerticalSolidList"/>
    <dgm:cxn modelId="{E8A86093-F936-434F-B43F-0794D178B080}" type="presParOf" srcId="{379FA60C-6426-4EE3-B6CE-C78201C2D820}" destId="{4B106246-8088-4184-8763-31420AFD6D3D}" srcOrd="1" destOrd="0" presId="urn:microsoft.com/office/officeart/2018/2/layout/IconVerticalSolidList"/>
    <dgm:cxn modelId="{F18FF9E8-52E7-4755-84CF-E27ADD20624D}" type="presParOf" srcId="{379FA60C-6426-4EE3-B6CE-C78201C2D820}" destId="{834B05E9-F2CE-4062-816C-AAF7733BA179}" srcOrd="2" destOrd="0" presId="urn:microsoft.com/office/officeart/2018/2/layout/IconVerticalSolidList"/>
    <dgm:cxn modelId="{97393CE4-04EB-4754-AECB-D3824B5DE63E}" type="presParOf" srcId="{834B05E9-F2CE-4062-816C-AAF7733BA179}" destId="{9C289344-443E-41EA-9A41-00344F75B7AC}" srcOrd="0" destOrd="0" presId="urn:microsoft.com/office/officeart/2018/2/layout/IconVerticalSolidList"/>
    <dgm:cxn modelId="{D06E9959-06D6-4BA1-83DD-A2FD1B6FE4F2}" type="presParOf" srcId="{834B05E9-F2CE-4062-816C-AAF7733BA179}" destId="{6FE8AA02-0551-4FC8-9EE1-22EE0BE8D457}" srcOrd="1" destOrd="0" presId="urn:microsoft.com/office/officeart/2018/2/layout/IconVerticalSolidList"/>
    <dgm:cxn modelId="{5DC28613-FEF2-48C1-B5A7-5A179451D653}" type="presParOf" srcId="{834B05E9-F2CE-4062-816C-AAF7733BA179}" destId="{A7668270-F6F4-4FBE-B1A4-5246B8EECEE9}" srcOrd="2" destOrd="0" presId="urn:microsoft.com/office/officeart/2018/2/layout/IconVerticalSolidList"/>
    <dgm:cxn modelId="{16B5E280-315E-4CDE-8AAC-8826070B5F70}" type="presParOf" srcId="{834B05E9-F2CE-4062-816C-AAF7733BA179}" destId="{62CEA266-FC1C-4DB8-9FA3-81415525E219}" srcOrd="3" destOrd="0" presId="urn:microsoft.com/office/officeart/2018/2/layout/IconVerticalSolidList"/>
    <dgm:cxn modelId="{0B2E4D11-88F9-4DA8-8669-7ED79921AF4E}" type="presParOf" srcId="{834B05E9-F2CE-4062-816C-AAF7733BA179}" destId="{25B6FE2C-6641-48CE-9FAE-A27FCD8886C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8FB9EC-6105-4DA7-956D-DDCAEFA3E4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8ED1C99-7AC8-4874-85BC-4BB18D054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5. Multilevel Feedback Queue (MLFQ)</a:t>
          </a:r>
        </a:p>
      </dgm:t>
    </dgm:pt>
    <dgm:pt modelId="{F017AAD5-C1BD-46A4-B483-1BAF38C03EAD}" type="parTrans" cxnId="{C5903788-5A0B-4C5E-8F6C-660EB02E1A89}">
      <dgm:prSet/>
      <dgm:spPr/>
      <dgm:t>
        <a:bodyPr/>
        <a:lstStyle/>
        <a:p>
          <a:endParaRPr lang="en-US"/>
        </a:p>
      </dgm:t>
    </dgm:pt>
    <dgm:pt modelId="{B65676BF-B45B-439E-8933-1D808FA2E421}" type="sibTrans" cxnId="{C5903788-5A0B-4C5E-8F6C-660EB02E1A89}">
      <dgm:prSet/>
      <dgm:spPr/>
      <dgm:t>
        <a:bodyPr/>
        <a:lstStyle/>
        <a:p>
          <a:endParaRPr lang="en-US"/>
        </a:p>
      </dgm:t>
    </dgm:pt>
    <dgm:pt modelId="{0117265F-CB7C-4786-AAC5-8ED2D312684A}">
      <dgm:prSet/>
      <dgm:spPr/>
      <dgm:t>
        <a:bodyPr/>
        <a:lstStyle/>
        <a:p>
          <a:pPr>
            <a:lnSpc>
              <a:spcPct val="100000"/>
            </a:lnSpc>
            <a:buNone/>
          </a:pPr>
          <a:endParaRPr lang="en-US" dirty="0"/>
        </a:p>
        <a:p>
          <a:pPr>
            <a:lnSpc>
              <a:spcPct val="100000"/>
            </a:lnSpc>
            <a:buNone/>
          </a:pPr>
          <a:r>
            <a:rPr lang="en-US" dirty="0"/>
            <a:t>Mechanism: Adaptive queue demotion</a:t>
          </a:r>
        </a:p>
      </dgm:t>
    </dgm:pt>
    <dgm:pt modelId="{05E64D44-5F8C-4AB4-8213-67C6CD947DF3}" type="parTrans" cxnId="{F076791A-3E42-44F6-8153-E4E764A0A63C}">
      <dgm:prSet/>
      <dgm:spPr/>
      <dgm:t>
        <a:bodyPr/>
        <a:lstStyle/>
        <a:p>
          <a:endParaRPr lang="en-US"/>
        </a:p>
      </dgm:t>
    </dgm:pt>
    <dgm:pt modelId="{4E645C7A-23DF-43C3-9CF7-C9947A82C0A9}" type="sibTrans" cxnId="{F076791A-3E42-44F6-8153-E4E764A0A63C}">
      <dgm:prSet/>
      <dgm:spPr/>
      <dgm:t>
        <a:bodyPr/>
        <a:lstStyle/>
        <a:p>
          <a:endParaRPr lang="en-US"/>
        </a:p>
      </dgm:t>
    </dgm:pt>
    <dgm:pt modelId="{6193EF31-4760-4F85-BF8F-E406ABC2914B}">
      <dgm:prSet/>
      <dgm:spPr/>
      <dgm:t>
        <a:bodyPr/>
        <a:lstStyle/>
        <a:p>
          <a:pPr>
            <a:lnSpc>
              <a:spcPct val="100000"/>
            </a:lnSpc>
            <a:buNone/>
          </a:pPr>
          <a:endParaRPr lang="en-US" dirty="0"/>
        </a:p>
      </dgm:t>
    </dgm:pt>
    <dgm:pt modelId="{27B6265C-1C65-4409-ACBC-3D2B781652F7}" type="parTrans" cxnId="{0ED783B8-B149-4BAC-89FC-6A586BE8C272}">
      <dgm:prSet/>
      <dgm:spPr/>
      <dgm:t>
        <a:bodyPr/>
        <a:lstStyle/>
        <a:p>
          <a:endParaRPr lang="en-US"/>
        </a:p>
      </dgm:t>
    </dgm:pt>
    <dgm:pt modelId="{88E12CD8-10BB-4E86-8EA0-E0FB52E215ED}" type="sibTrans" cxnId="{0ED783B8-B149-4BAC-89FC-6A586BE8C272}">
      <dgm:prSet/>
      <dgm:spPr/>
      <dgm:t>
        <a:bodyPr/>
        <a:lstStyle/>
        <a:p>
          <a:endParaRPr lang="en-US"/>
        </a:p>
      </dgm:t>
    </dgm:pt>
    <dgm:pt modelId="{5406F3BD-71A3-440A-B3AA-72EB76F1C1E7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Aging: Prevents starvation</a:t>
          </a:r>
        </a:p>
      </dgm:t>
    </dgm:pt>
    <dgm:pt modelId="{2BAD6923-A570-4509-8413-7974DBA8F4B0}" type="parTrans" cxnId="{523FF609-C69B-485A-9872-26034A48CFD3}">
      <dgm:prSet/>
      <dgm:spPr/>
      <dgm:t>
        <a:bodyPr/>
        <a:lstStyle/>
        <a:p>
          <a:endParaRPr lang="en-US"/>
        </a:p>
      </dgm:t>
    </dgm:pt>
    <dgm:pt modelId="{1234AAC5-13FF-43B2-A091-6EA493400516}" type="sibTrans" cxnId="{523FF609-C69B-485A-9872-26034A48CFD3}">
      <dgm:prSet/>
      <dgm:spPr/>
      <dgm:t>
        <a:bodyPr/>
        <a:lstStyle/>
        <a:p>
          <a:endParaRPr lang="en-US"/>
        </a:p>
      </dgm:t>
    </dgm:pt>
    <dgm:pt modelId="{FE072FDC-6ABC-4FE1-B7D4-364B965AFCCB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Use Case: Unknown process behavior</a:t>
          </a:r>
        </a:p>
      </dgm:t>
    </dgm:pt>
    <dgm:pt modelId="{F3480B2B-20C5-4075-BE3D-74313510863C}" type="parTrans" cxnId="{2C91FC56-89AB-4E70-A27F-BFEEBEDA265D}">
      <dgm:prSet/>
      <dgm:spPr/>
      <dgm:t>
        <a:bodyPr/>
        <a:lstStyle/>
        <a:p>
          <a:endParaRPr lang="en-US"/>
        </a:p>
      </dgm:t>
    </dgm:pt>
    <dgm:pt modelId="{418F5281-DD17-44CE-AB02-D98CAE039675}" type="sibTrans" cxnId="{2C91FC56-89AB-4E70-A27F-BFEEBEDA265D}">
      <dgm:prSet/>
      <dgm:spPr/>
      <dgm:t>
        <a:bodyPr/>
        <a:lstStyle/>
        <a:p>
          <a:endParaRPr lang="en-US"/>
        </a:p>
      </dgm:t>
    </dgm:pt>
    <dgm:pt modelId="{D69FFFBB-E39D-407C-810C-C0359DE2A8B8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Pros: Adaptive, fair</a:t>
          </a:r>
        </a:p>
      </dgm:t>
    </dgm:pt>
    <dgm:pt modelId="{D00EF7DB-4DB5-4560-A2A6-F38E8F0286B2}" type="parTrans" cxnId="{F66EDBDB-D07B-4BBF-8435-50C2A3D8BA0B}">
      <dgm:prSet/>
      <dgm:spPr/>
      <dgm:t>
        <a:bodyPr/>
        <a:lstStyle/>
        <a:p>
          <a:endParaRPr lang="en-US"/>
        </a:p>
      </dgm:t>
    </dgm:pt>
    <dgm:pt modelId="{215421FA-A359-42D6-9023-DF28A816B7AD}" type="sibTrans" cxnId="{F66EDBDB-D07B-4BBF-8435-50C2A3D8BA0B}">
      <dgm:prSet/>
      <dgm:spPr/>
      <dgm:t>
        <a:bodyPr/>
        <a:lstStyle/>
        <a:p>
          <a:endParaRPr lang="en-US"/>
        </a:p>
      </dgm:t>
    </dgm:pt>
    <dgm:pt modelId="{34A966BA-2D31-4127-9D7F-F32C2FFACCBF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Cons: Complex implementation</a:t>
          </a:r>
        </a:p>
      </dgm:t>
    </dgm:pt>
    <dgm:pt modelId="{15BA8545-07AB-45E3-8688-52E498FD3977}" type="parTrans" cxnId="{1BABBCED-5CFA-4B98-9AF1-C168129E4814}">
      <dgm:prSet/>
      <dgm:spPr/>
      <dgm:t>
        <a:bodyPr/>
        <a:lstStyle/>
        <a:p>
          <a:endParaRPr lang="en-US"/>
        </a:p>
      </dgm:t>
    </dgm:pt>
    <dgm:pt modelId="{63A2D460-35A1-4C4F-9B9B-7918F766EBE8}" type="sibTrans" cxnId="{1BABBCED-5CFA-4B98-9AF1-C168129E4814}">
      <dgm:prSet/>
      <dgm:spPr/>
      <dgm:t>
        <a:bodyPr/>
        <a:lstStyle/>
        <a:p>
          <a:endParaRPr lang="en-US"/>
        </a:p>
      </dgm:t>
    </dgm:pt>
    <dgm:pt modelId="{317F19D4-1982-4BD6-B1E0-1062820A82E3}">
      <dgm:prSet/>
      <dgm:spPr/>
      <dgm:t>
        <a:bodyPr/>
        <a:lstStyle/>
        <a:p>
          <a:pPr>
            <a:lnSpc>
              <a:spcPct val="100000"/>
            </a:lnSpc>
            <a:buNone/>
          </a:pPr>
          <a:endParaRPr lang="en-US" dirty="0"/>
        </a:p>
      </dgm:t>
    </dgm:pt>
    <dgm:pt modelId="{87869AD0-33A8-47A3-BE53-D1F1023E4938}" type="parTrans" cxnId="{79BC85C6-5026-4CF0-BCF8-1F5C2771E1D1}">
      <dgm:prSet/>
      <dgm:spPr/>
      <dgm:t>
        <a:bodyPr/>
        <a:lstStyle/>
        <a:p>
          <a:endParaRPr lang="en-US"/>
        </a:p>
      </dgm:t>
    </dgm:pt>
    <dgm:pt modelId="{E84313FE-18D3-4461-9AC6-0D4BFF42DE89}" type="sibTrans" cxnId="{79BC85C6-5026-4CF0-BCF8-1F5C2771E1D1}">
      <dgm:prSet/>
      <dgm:spPr/>
      <dgm:t>
        <a:bodyPr/>
        <a:lstStyle/>
        <a:p>
          <a:endParaRPr lang="en-US"/>
        </a:p>
      </dgm:t>
    </dgm:pt>
    <dgm:pt modelId="{0E5159C7-8914-4A68-8A10-FD3255598B4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Q0: Quantum = 8 (highest)</a:t>
          </a:r>
        </a:p>
      </dgm:t>
    </dgm:pt>
    <dgm:pt modelId="{12A1EA3B-8C1D-4302-B6B9-774CA3EE6FAD}" type="parTrans" cxnId="{BF9F9C8A-D53A-4E15-95D9-DBF2D6C92023}">
      <dgm:prSet/>
      <dgm:spPr/>
      <dgm:t>
        <a:bodyPr/>
        <a:lstStyle/>
        <a:p>
          <a:endParaRPr lang="en-US"/>
        </a:p>
      </dgm:t>
    </dgm:pt>
    <dgm:pt modelId="{DC5B2645-F661-498B-99D7-AFD4C123D8EF}" type="sibTrans" cxnId="{BF9F9C8A-D53A-4E15-95D9-DBF2D6C92023}">
      <dgm:prSet/>
      <dgm:spPr/>
      <dgm:t>
        <a:bodyPr/>
        <a:lstStyle/>
        <a:p>
          <a:endParaRPr lang="en-US"/>
        </a:p>
      </dgm:t>
    </dgm:pt>
    <dgm:pt modelId="{9BB5F395-A0C4-41F8-A079-C77F0D9DFFFA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Q1: Quantum = 16</a:t>
          </a:r>
        </a:p>
      </dgm:t>
    </dgm:pt>
    <dgm:pt modelId="{FD2364CF-5316-43CF-9975-EEA615D0E948}" type="parTrans" cxnId="{30AA0E51-6839-42AD-A491-B33FE1D4EF45}">
      <dgm:prSet/>
      <dgm:spPr/>
      <dgm:t>
        <a:bodyPr/>
        <a:lstStyle/>
        <a:p>
          <a:endParaRPr lang="en-US"/>
        </a:p>
      </dgm:t>
    </dgm:pt>
    <dgm:pt modelId="{FC707010-3EC8-4507-ABC0-1606C6A4A1F5}" type="sibTrans" cxnId="{30AA0E51-6839-42AD-A491-B33FE1D4EF45}">
      <dgm:prSet/>
      <dgm:spPr/>
      <dgm:t>
        <a:bodyPr/>
        <a:lstStyle/>
        <a:p>
          <a:endParaRPr lang="en-US"/>
        </a:p>
      </dgm:t>
    </dgm:pt>
    <dgm:pt modelId="{3BDDAE59-0195-4FB1-A799-D96AFE4E542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dirty="0"/>
            <a:t> Q2: FCFS (lowest)</a:t>
          </a:r>
        </a:p>
      </dgm:t>
    </dgm:pt>
    <dgm:pt modelId="{829A38D2-AB2F-42FB-A1A2-D7C836C274D0}" type="parTrans" cxnId="{36163787-97CC-47CC-9A7B-27CAEFF83550}">
      <dgm:prSet/>
      <dgm:spPr/>
      <dgm:t>
        <a:bodyPr/>
        <a:lstStyle/>
        <a:p>
          <a:endParaRPr lang="en-US"/>
        </a:p>
      </dgm:t>
    </dgm:pt>
    <dgm:pt modelId="{099201B7-F5E8-4B20-8513-06B768FEEB9E}" type="sibTrans" cxnId="{36163787-97CC-47CC-9A7B-27CAEFF83550}">
      <dgm:prSet/>
      <dgm:spPr/>
      <dgm:t>
        <a:bodyPr/>
        <a:lstStyle/>
        <a:p>
          <a:endParaRPr lang="en-US"/>
        </a:p>
      </dgm:t>
    </dgm:pt>
    <dgm:pt modelId="{379FA60C-6426-4EE3-B6CE-C78201C2D820}" type="pres">
      <dgm:prSet presAssocID="{8D8FB9EC-6105-4DA7-956D-DDCAEFA3E435}" presName="root" presStyleCnt="0">
        <dgm:presLayoutVars>
          <dgm:dir/>
          <dgm:resizeHandles val="exact"/>
        </dgm:presLayoutVars>
      </dgm:prSet>
      <dgm:spPr/>
    </dgm:pt>
    <dgm:pt modelId="{2C5CF03C-F3E3-4CEC-8877-BF078993D1AA}" type="pres">
      <dgm:prSet presAssocID="{D8ED1C99-7AC8-4874-85BC-4BB18D05457E}" presName="compNode" presStyleCnt="0"/>
      <dgm:spPr/>
    </dgm:pt>
    <dgm:pt modelId="{C60302A2-0EA4-443B-8103-1A2104FDEE76}" type="pres">
      <dgm:prSet presAssocID="{D8ED1C99-7AC8-4874-85BC-4BB18D05457E}" presName="bgRect" presStyleLbl="bgShp" presStyleIdx="0" presStyleCnt="1" custScaleY="169625" custLinFactNeighborY="-11993"/>
      <dgm:spPr/>
    </dgm:pt>
    <dgm:pt modelId="{AF994921-B48C-4908-8E55-9C4CD38B5EEB}" type="pres">
      <dgm:prSet presAssocID="{D8ED1C99-7AC8-4874-85BC-4BB18D05457E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4300927-89BA-43FD-B907-0752B7EF313C}" type="pres">
      <dgm:prSet presAssocID="{D8ED1C99-7AC8-4874-85BC-4BB18D05457E}" presName="spaceRect" presStyleCnt="0"/>
      <dgm:spPr/>
    </dgm:pt>
    <dgm:pt modelId="{32C4370E-B437-4F39-A864-8746F12B0C0D}" type="pres">
      <dgm:prSet presAssocID="{D8ED1C99-7AC8-4874-85BC-4BB18D05457E}" presName="parTx" presStyleLbl="revTx" presStyleIdx="0" presStyleCnt="2" custScaleX="119236" custLinFactNeighborX="-5094" custLinFactNeighborY="617">
        <dgm:presLayoutVars>
          <dgm:chMax val="0"/>
          <dgm:chPref val="0"/>
        </dgm:presLayoutVars>
      </dgm:prSet>
      <dgm:spPr/>
    </dgm:pt>
    <dgm:pt modelId="{ADD6D80E-748F-41D5-AF87-BAF7DD56F6B6}" type="pres">
      <dgm:prSet presAssocID="{D8ED1C99-7AC8-4874-85BC-4BB18D05457E}" presName="desTx" presStyleLbl="revTx" presStyleIdx="1" presStyleCnt="2" custScaleY="181559" custLinFactNeighborX="46" custLinFactNeighborY="617">
        <dgm:presLayoutVars/>
      </dgm:prSet>
      <dgm:spPr/>
    </dgm:pt>
  </dgm:ptLst>
  <dgm:cxnLst>
    <dgm:cxn modelId="{C447BF09-AE45-42A6-B8F2-481ED3CD18D3}" type="presOf" srcId="{317F19D4-1982-4BD6-B1E0-1062820A82E3}" destId="{ADD6D80E-748F-41D5-AF87-BAF7DD56F6B6}" srcOrd="0" destOrd="8" presId="urn:microsoft.com/office/officeart/2018/2/layout/IconVerticalSolidList"/>
    <dgm:cxn modelId="{523FF609-C69B-485A-9872-26034A48CFD3}" srcId="{D8ED1C99-7AC8-4874-85BC-4BB18D05457E}" destId="{5406F3BD-71A3-440A-B3AA-72EB76F1C1E7}" srcOrd="1" destOrd="0" parTransId="{2BAD6923-A570-4509-8413-7974DBA8F4B0}" sibTransId="{1234AAC5-13FF-43B2-A091-6EA493400516}"/>
    <dgm:cxn modelId="{54A0C813-8490-4BEB-ABDF-F0A362FEDF87}" type="presOf" srcId="{D8ED1C99-7AC8-4874-85BC-4BB18D05457E}" destId="{32C4370E-B437-4F39-A864-8746F12B0C0D}" srcOrd="0" destOrd="0" presId="urn:microsoft.com/office/officeart/2018/2/layout/IconVerticalSolidList"/>
    <dgm:cxn modelId="{F076791A-3E42-44F6-8153-E4E764A0A63C}" srcId="{D8ED1C99-7AC8-4874-85BC-4BB18D05457E}" destId="{0117265F-CB7C-4786-AAC5-8ED2D312684A}" srcOrd="0" destOrd="0" parTransId="{05E64D44-5F8C-4AB4-8213-67C6CD947DF3}" sibTransId="{4E645C7A-23DF-43C3-9CF7-C9947A82C0A9}"/>
    <dgm:cxn modelId="{41E47B3A-EB96-4FC0-B3A1-08EBA9E141CB}" type="presOf" srcId="{5406F3BD-71A3-440A-B3AA-72EB76F1C1E7}" destId="{ADD6D80E-748F-41D5-AF87-BAF7DD56F6B6}" srcOrd="0" destOrd="4" presId="urn:microsoft.com/office/officeart/2018/2/layout/IconVerticalSolidList"/>
    <dgm:cxn modelId="{194A654E-12A1-42C6-A6F6-89E127411F99}" type="presOf" srcId="{0E5159C7-8914-4A68-8A10-FD3255598B47}" destId="{ADD6D80E-748F-41D5-AF87-BAF7DD56F6B6}" srcOrd="0" destOrd="1" presId="urn:microsoft.com/office/officeart/2018/2/layout/IconVerticalSolidList"/>
    <dgm:cxn modelId="{30AA0E51-6839-42AD-A491-B33FE1D4EF45}" srcId="{0117265F-CB7C-4786-AAC5-8ED2D312684A}" destId="{9BB5F395-A0C4-41F8-A079-C77F0D9DFFFA}" srcOrd="1" destOrd="0" parTransId="{FD2364CF-5316-43CF-9975-EEA615D0E948}" sibTransId="{FC707010-3EC8-4507-ABC0-1606C6A4A1F5}"/>
    <dgm:cxn modelId="{2C91FC56-89AB-4E70-A27F-BFEEBEDA265D}" srcId="{D8ED1C99-7AC8-4874-85BC-4BB18D05457E}" destId="{FE072FDC-6ABC-4FE1-B7D4-364B965AFCCB}" srcOrd="2" destOrd="0" parTransId="{F3480B2B-20C5-4075-BE3D-74313510863C}" sibTransId="{418F5281-DD17-44CE-AB02-D98CAE039675}"/>
    <dgm:cxn modelId="{36163787-97CC-47CC-9A7B-27CAEFF83550}" srcId="{0117265F-CB7C-4786-AAC5-8ED2D312684A}" destId="{3BDDAE59-0195-4FB1-A799-D96AFE4E5425}" srcOrd="2" destOrd="0" parTransId="{829A38D2-AB2F-42FB-A1A2-D7C836C274D0}" sibTransId="{099201B7-F5E8-4B20-8513-06B768FEEB9E}"/>
    <dgm:cxn modelId="{C5903788-5A0B-4C5E-8F6C-660EB02E1A89}" srcId="{8D8FB9EC-6105-4DA7-956D-DDCAEFA3E435}" destId="{D8ED1C99-7AC8-4874-85BC-4BB18D05457E}" srcOrd="0" destOrd="0" parTransId="{F017AAD5-C1BD-46A4-B483-1BAF38C03EAD}" sibTransId="{B65676BF-B45B-439E-8933-1D808FA2E421}"/>
    <dgm:cxn modelId="{20B6428A-73A1-40BB-BC1B-9297C09DEDB7}" type="presOf" srcId="{6193EF31-4760-4F85-BF8F-E406ABC2914B}" destId="{ADD6D80E-748F-41D5-AF87-BAF7DD56F6B6}" srcOrd="0" destOrd="9" presId="urn:microsoft.com/office/officeart/2018/2/layout/IconVerticalSolidList"/>
    <dgm:cxn modelId="{BF9F9C8A-D53A-4E15-95D9-DBF2D6C92023}" srcId="{0117265F-CB7C-4786-AAC5-8ED2D312684A}" destId="{0E5159C7-8914-4A68-8A10-FD3255598B47}" srcOrd="0" destOrd="0" parTransId="{12A1EA3B-8C1D-4302-B6B9-774CA3EE6FAD}" sibTransId="{DC5B2645-F661-498B-99D7-AFD4C123D8EF}"/>
    <dgm:cxn modelId="{A3E81D95-D4A0-4FA7-9BE4-847BD8C22BB6}" type="presOf" srcId="{9BB5F395-A0C4-41F8-A079-C77F0D9DFFFA}" destId="{ADD6D80E-748F-41D5-AF87-BAF7DD56F6B6}" srcOrd="0" destOrd="2" presId="urn:microsoft.com/office/officeart/2018/2/layout/IconVerticalSolidList"/>
    <dgm:cxn modelId="{4210649F-5B6E-4377-BD8A-604DFF283C2A}" type="presOf" srcId="{34A966BA-2D31-4127-9D7F-F32C2FFACCBF}" destId="{ADD6D80E-748F-41D5-AF87-BAF7DD56F6B6}" srcOrd="0" destOrd="7" presId="urn:microsoft.com/office/officeart/2018/2/layout/IconVerticalSolidList"/>
    <dgm:cxn modelId="{635CCCB3-F1D4-458A-9DE7-F9DD2697B8CA}" type="presOf" srcId="{8D8FB9EC-6105-4DA7-956D-DDCAEFA3E435}" destId="{379FA60C-6426-4EE3-B6CE-C78201C2D820}" srcOrd="0" destOrd="0" presId="urn:microsoft.com/office/officeart/2018/2/layout/IconVerticalSolidList"/>
    <dgm:cxn modelId="{0ED783B8-B149-4BAC-89FC-6A586BE8C272}" srcId="{D8ED1C99-7AC8-4874-85BC-4BB18D05457E}" destId="{6193EF31-4760-4F85-BF8F-E406ABC2914B}" srcOrd="6" destOrd="0" parTransId="{27B6265C-1C65-4409-ACBC-3D2B781652F7}" sibTransId="{88E12CD8-10BB-4E86-8EA0-E0FB52E215ED}"/>
    <dgm:cxn modelId="{79BC85C6-5026-4CF0-BCF8-1F5C2771E1D1}" srcId="{D8ED1C99-7AC8-4874-85BC-4BB18D05457E}" destId="{317F19D4-1982-4BD6-B1E0-1062820A82E3}" srcOrd="5" destOrd="0" parTransId="{87869AD0-33A8-47A3-BE53-D1F1023E4938}" sibTransId="{E84313FE-18D3-4461-9AC6-0D4BFF42DE89}"/>
    <dgm:cxn modelId="{6F307AC9-373B-4F03-9645-AFB31974B3C4}" type="presOf" srcId="{0117265F-CB7C-4786-AAC5-8ED2D312684A}" destId="{ADD6D80E-748F-41D5-AF87-BAF7DD56F6B6}" srcOrd="0" destOrd="0" presId="urn:microsoft.com/office/officeart/2018/2/layout/IconVerticalSolidList"/>
    <dgm:cxn modelId="{F66EDBDB-D07B-4BBF-8435-50C2A3D8BA0B}" srcId="{D8ED1C99-7AC8-4874-85BC-4BB18D05457E}" destId="{D69FFFBB-E39D-407C-810C-C0359DE2A8B8}" srcOrd="3" destOrd="0" parTransId="{D00EF7DB-4DB5-4560-A2A6-F38E8F0286B2}" sibTransId="{215421FA-A359-42D6-9023-DF28A816B7AD}"/>
    <dgm:cxn modelId="{B00D3ADC-19E2-47AA-B62C-6668D641896A}" type="presOf" srcId="{D69FFFBB-E39D-407C-810C-C0359DE2A8B8}" destId="{ADD6D80E-748F-41D5-AF87-BAF7DD56F6B6}" srcOrd="0" destOrd="6" presId="urn:microsoft.com/office/officeart/2018/2/layout/IconVerticalSolidList"/>
    <dgm:cxn modelId="{46C5DDE6-52AC-41AD-9D08-C7A5590A6895}" type="presOf" srcId="{FE072FDC-6ABC-4FE1-B7D4-364B965AFCCB}" destId="{ADD6D80E-748F-41D5-AF87-BAF7DD56F6B6}" srcOrd="0" destOrd="5" presId="urn:microsoft.com/office/officeart/2018/2/layout/IconVerticalSolidList"/>
    <dgm:cxn modelId="{23122FE8-C5CC-41DA-A2DA-96D99D9A361A}" type="presOf" srcId="{3BDDAE59-0195-4FB1-A799-D96AFE4E5425}" destId="{ADD6D80E-748F-41D5-AF87-BAF7DD56F6B6}" srcOrd="0" destOrd="3" presId="urn:microsoft.com/office/officeart/2018/2/layout/IconVerticalSolidList"/>
    <dgm:cxn modelId="{1BABBCED-5CFA-4B98-9AF1-C168129E4814}" srcId="{D8ED1C99-7AC8-4874-85BC-4BB18D05457E}" destId="{34A966BA-2D31-4127-9D7F-F32C2FFACCBF}" srcOrd="4" destOrd="0" parTransId="{15BA8545-07AB-45E3-8688-52E498FD3977}" sibTransId="{63A2D460-35A1-4C4F-9B9B-7918F766EBE8}"/>
    <dgm:cxn modelId="{475E4EFE-A35D-49B2-AD42-AB8D7E7E392E}" type="presParOf" srcId="{379FA60C-6426-4EE3-B6CE-C78201C2D820}" destId="{2C5CF03C-F3E3-4CEC-8877-BF078993D1AA}" srcOrd="0" destOrd="0" presId="urn:microsoft.com/office/officeart/2018/2/layout/IconVerticalSolidList"/>
    <dgm:cxn modelId="{BA195328-F94C-40DF-BA3E-21391E41C440}" type="presParOf" srcId="{2C5CF03C-F3E3-4CEC-8877-BF078993D1AA}" destId="{C60302A2-0EA4-443B-8103-1A2104FDEE76}" srcOrd="0" destOrd="0" presId="urn:microsoft.com/office/officeart/2018/2/layout/IconVerticalSolidList"/>
    <dgm:cxn modelId="{306F8EF8-79DA-41EC-B55C-C25BB1C9D0C3}" type="presParOf" srcId="{2C5CF03C-F3E3-4CEC-8877-BF078993D1AA}" destId="{AF994921-B48C-4908-8E55-9C4CD38B5EEB}" srcOrd="1" destOrd="0" presId="urn:microsoft.com/office/officeart/2018/2/layout/IconVerticalSolidList"/>
    <dgm:cxn modelId="{5E228306-49BD-48D5-925E-D440DBBA26B3}" type="presParOf" srcId="{2C5CF03C-F3E3-4CEC-8877-BF078993D1AA}" destId="{14300927-89BA-43FD-B907-0752B7EF313C}" srcOrd="2" destOrd="0" presId="urn:microsoft.com/office/officeart/2018/2/layout/IconVerticalSolidList"/>
    <dgm:cxn modelId="{EEE76D2E-0060-4908-98E8-579F883B832A}" type="presParOf" srcId="{2C5CF03C-F3E3-4CEC-8877-BF078993D1AA}" destId="{32C4370E-B437-4F39-A864-8746F12B0C0D}" srcOrd="3" destOrd="0" presId="urn:microsoft.com/office/officeart/2018/2/layout/IconVerticalSolidList"/>
    <dgm:cxn modelId="{F38892A3-AB9D-4A52-AB0C-C5D68D622CDA}" type="presParOf" srcId="{2C5CF03C-F3E3-4CEC-8877-BF078993D1AA}" destId="{ADD6D80E-748F-41D5-AF87-BAF7DD56F6B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75A3AD-54AC-46A6-9F8A-5DC109AE743E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A339DD-A381-4B2B-9D06-C90454F1C384}">
      <dgm:prSet/>
      <dgm:spPr/>
      <dgm:t>
        <a:bodyPr/>
        <a:lstStyle/>
        <a:p>
          <a:r>
            <a:rPr lang="en-US" dirty="0"/>
            <a:t>PCB simulation</a:t>
          </a:r>
        </a:p>
      </dgm:t>
    </dgm:pt>
    <dgm:pt modelId="{83F3DDD8-3E53-4AC8-9EED-229217D760C6}" type="parTrans" cxnId="{C043C90A-A5E5-45A7-84A0-3994BF9C8083}">
      <dgm:prSet/>
      <dgm:spPr/>
      <dgm:t>
        <a:bodyPr/>
        <a:lstStyle/>
        <a:p>
          <a:endParaRPr lang="en-US"/>
        </a:p>
      </dgm:t>
    </dgm:pt>
    <dgm:pt modelId="{75233073-9711-43C5-B9F8-C4E0A8C6CA05}" type="sibTrans" cxnId="{C043C90A-A5E5-45A7-84A0-3994BF9C8083}">
      <dgm:prSet/>
      <dgm:spPr/>
      <dgm:t>
        <a:bodyPr/>
        <a:lstStyle/>
        <a:p>
          <a:endParaRPr lang="en-US"/>
        </a:p>
      </dgm:t>
    </dgm:pt>
    <dgm:pt modelId="{BE9117AE-DFEB-4F41-8D02-03042D1BD18B}">
      <dgm:prSet/>
      <dgm:spPr/>
      <dgm:t>
        <a:bodyPr/>
        <a:lstStyle/>
        <a:p>
          <a:r>
            <a:rPr lang="en-US"/>
            <a:t>Context switching modeling</a:t>
          </a:r>
        </a:p>
      </dgm:t>
    </dgm:pt>
    <dgm:pt modelId="{4B22B146-8C75-4306-B88A-56A11C563535}" type="parTrans" cxnId="{DF2FB1C0-A6E0-4BBB-9706-049565DE8B41}">
      <dgm:prSet/>
      <dgm:spPr/>
      <dgm:t>
        <a:bodyPr/>
        <a:lstStyle/>
        <a:p>
          <a:endParaRPr lang="en-US"/>
        </a:p>
      </dgm:t>
    </dgm:pt>
    <dgm:pt modelId="{227EB9D3-51DE-4182-8BB8-0CF0E1F33CE2}" type="sibTrans" cxnId="{DF2FB1C0-A6E0-4BBB-9706-049565DE8B41}">
      <dgm:prSet/>
      <dgm:spPr/>
      <dgm:t>
        <a:bodyPr/>
        <a:lstStyle/>
        <a:p>
          <a:endParaRPr lang="en-US"/>
        </a:p>
      </dgm:t>
    </dgm:pt>
    <dgm:pt modelId="{AA82E59D-DAAE-409E-AAD5-12F1D698DEAF}">
      <dgm:prSet/>
      <dgm:spPr/>
      <dgm:t>
        <a:bodyPr/>
        <a:lstStyle/>
        <a:p>
          <a:r>
            <a:rPr lang="en-US"/>
            <a:t>Performance metrics</a:t>
          </a:r>
        </a:p>
      </dgm:t>
    </dgm:pt>
    <dgm:pt modelId="{8041CD5A-DA21-42CD-93DE-F861C8C679BC}" type="parTrans" cxnId="{54F99CCB-7FE6-4C06-9A96-A9F1F71D908C}">
      <dgm:prSet/>
      <dgm:spPr/>
      <dgm:t>
        <a:bodyPr/>
        <a:lstStyle/>
        <a:p>
          <a:endParaRPr lang="en-US"/>
        </a:p>
      </dgm:t>
    </dgm:pt>
    <dgm:pt modelId="{D298E4F0-F2FE-4C13-BEF6-040E0C985E23}" type="sibTrans" cxnId="{54F99CCB-7FE6-4C06-9A96-A9F1F71D908C}">
      <dgm:prSet/>
      <dgm:spPr/>
      <dgm:t>
        <a:bodyPr/>
        <a:lstStyle/>
        <a:p>
          <a:endParaRPr lang="en-US"/>
        </a:p>
      </dgm:t>
    </dgm:pt>
    <dgm:pt modelId="{81190623-AAA0-4E0E-BEE9-E5953A1460AA}">
      <dgm:prSet/>
      <dgm:spPr/>
      <dgm:t>
        <a:bodyPr/>
        <a:lstStyle/>
        <a:p>
          <a:r>
            <a:rPr lang="en-US"/>
            <a:t>Dynamic arrivals</a:t>
          </a:r>
          <a:endParaRPr lang="en-US" dirty="0"/>
        </a:p>
      </dgm:t>
    </dgm:pt>
    <dgm:pt modelId="{83348A07-2EF0-4D1A-B048-2457A5C4A776}" type="parTrans" cxnId="{406C12C4-F941-4103-BC64-893A5F9AA15C}">
      <dgm:prSet/>
      <dgm:spPr/>
      <dgm:t>
        <a:bodyPr/>
        <a:lstStyle/>
        <a:p>
          <a:endParaRPr lang="en-US"/>
        </a:p>
      </dgm:t>
    </dgm:pt>
    <dgm:pt modelId="{DDDE6D52-2549-4D31-B3C3-16D8E9D10B09}" type="sibTrans" cxnId="{406C12C4-F941-4103-BC64-893A5F9AA15C}">
      <dgm:prSet/>
      <dgm:spPr/>
      <dgm:t>
        <a:bodyPr/>
        <a:lstStyle/>
        <a:p>
          <a:endParaRPr lang="en-US"/>
        </a:p>
      </dgm:t>
    </dgm:pt>
    <dgm:pt modelId="{8DD5A958-D157-41B1-9545-1B6488DC690F}" type="pres">
      <dgm:prSet presAssocID="{EA75A3AD-54AC-46A6-9F8A-5DC109AE743E}" presName="vert0" presStyleCnt="0">
        <dgm:presLayoutVars>
          <dgm:dir/>
          <dgm:animOne val="branch"/>
          <dgm:animLvl val="lvl"/>
        </dgm:presLayoutVars>
      </dgm:prSet>
      <dgm:spPr/>
    </dgm:pt>
    <dgm:pt modelId="{F4BFE28B-B88D-4793-BA9D-612508C447C3}" type="pres">
      <dgm:prSet presAssocID="{5EA339DD-A381-4B2B-9D06-C90454F1C384}" presName="thickLine" presStyleLbl="alignNode1" presStyleIdx="0" presStyleCnt="4"/>
      <dgm:spPr/>
    </dgm:pt>
    <dgm:pt modelId="{C1BD6315-8AC1-4A4C-83FD-D1CEF94E250F}" type="pres">
      <dgm:prSet presAssocID="{5EA339DD-A381-4B2B-9D06-C90454F1C384}" presName="horz1" presStyleCnt="0"/>
      <dgm:spPr/>
    </dgm:pt>
    <dgm:pt modelId="{A9B20270-B43C-4180-B4C3-ED844DC63AA4}" type="pres">
      <dgm:prSet presAssocID="{5EA339DD-A381-4B2B-9D06-C90454F1C384}" presName="tx1" presStyleLbl="revTx" presStyleIdx="0" presStyleCnt="4"/>
      <dgm:spPr/>
    </dgm:pt>
    <dgm:pt modelId="{50F0097E-AA2A-49E1-805D-4C30A8EB2F09}" type="pres">
      <dgm:prSet presAssocID="{5EA339DD-A381-4B2B-9D06-C90454F1C384}" presName="vert1" presStyleCnt="0"/>
      <dgm:spPr/>
    </dgm:pt>
    <dgm:pt modelId="{0D94BC7F-A701-4358-BB02-F19FF52BB93A}" type="pres">
      <dgm:prSet presAssocID="{BE9117AE-DFEB-4F41-8D02-03042D1BD18B}" presName="thickLine" presStyleLbl="alignNode1" presStyleIdx="1" presStyleCnt="4"/>
      <dgm:spPr/>
    </dgm:pt>
    <dgm:pt modelId="{68406B9C-3E89-4BAB-9455-D4BADBB1AFE5}" type="pres">
      <dgm:prSet presAssocID="{BE9117AE-DFEB-4F41-8D02-03042D1BD18B}" presName="horz1" presStyleCnt="0"/>
      <dgm:spPr/>
    </dgm:pt>
    <dgm:pt modelId="{2ADBBF91-0C0C-4161-9A20-7E3F8F4C29DF}" type="pres">
      <dgm:prSet presAssocID="{BE9117AE-DFEB-4F41-8D02-03042D1BD18B}" presName="tx1" presStyleLbl="revTx" presStyleIdx="1" presStyleCnt="4"/>
      <dgm:spPr/>
    </dgm:pt>
    <dgm:pt modelId="{EFE69661-45A3-44B1-A3E6-2BCDFA9DA15F}" type="pres">
      <dgm:prSet presAssocID="{BE9117AE-DFEB-4F41-8D02-03042D1BD18B}" presName="vert1" presStyleCnt="0"/>
      <dgm:spPr/>
    </dgm:pt>
    <dgm:pt modelId="{46EC883F-FC24-4F2D-B37B-D5BFA680F34F}" type="pres">
      <dgm:prSet presAssocID="{AA82E59D-DAAE-409E-AAD5-12F1D698DEAF}" presName="thickLine" presStyleLbl="alignNode1" presStyleIdx="2" presStyleCnt="4"/>
      <dgm:spPr/>
    </dgm:pt>
    <dgm:pt modelId="{476EF1A1-5B2A-44DB-9C94-58D9CEAF62A7}" type="pres">
      <dgm:prSet presAssocID="{AA82E59D-DAAE-409E-AAD5-12F1D698DEAF}" presName="horz1" presStyleCnt="0"/>
      <dgm:spPr/>
    </dgm:pt>
    <dgm:pt modelId="{F8D8E4DE-7FA2-4F48-B56E-1BFFE681921C}" type="pres">
      <dgm:prSet presAssocID="{AA82E59D-DAAE-409E-AAD5-12F1D698DEAF}" presName="tx1" presStyleLbl="revTx" presStyleIdx="2" presStyleCnt="4"/>
      <dgm:spPr/>
    </dgm:pt>
    <dgm:pt modelId="{14F2A44B-03B6-4AFB-853D-96628A860B87}" type="pres">
      <dgm:prSet presAssocID="{AA82E59D-DAAE-409E-AAD5-12F1D698DEAF}" presName="vert1" presStyleCnt="0"/>
      <dgm:spPr/>
    </dgm:pt>
    <dgm:pt modelId="{3795E93E-8FAD-47BE-82AF-8C3039C4434C}" type="pres">
      <dgm:prSet presAssocID="{81190623-AAA0-4E0E-BEE9-E5953A1460AA}" presName="thickLine" presStyleLbl="alignNode1" presStyleIdx="3" presStyleCnt="4"/>
      <dgm:spPr/>
    </dgm:pt>
    <dgm:pt modelId="{F5ABF540-2A64-4808-B51E-EE657AE4185B}" type="pres">
      <dgm:prSet presAssocID="{81190623-AAA0-4E0E-BEE9-E5953A1460AA}" presName="horz1" presStyleCnt="0"/>
      <dgm:spPr/>
    </dgm:pt>
    <dgm:pt modelId="{9BF46158-DB27-49D7-82D2-7087740E4255}" type="pres">
      <dgm:prSet presAssocID="{81190623-AAA0-4E0E-BEE9-E5953A1460AA}" presName="tx1" presStyleLbl="revTx" presStyleIdx="3" presStyleCnt="4"/>
      <dgm:spPr/>
    </dgm:pt>
    <dgm:pt modelId="{F91FF09C-96FC-4903-944B-AB59B02AE1D7}" type="pres">
      <dgm:prSet presAssocID="{81190623-AAA0-4E0E-BEE9-E5953A1460AA}" presName="vert1" presStyleCnt="0"/>
      <dgm:spPr/>
    </dgm:pt>
  </dgm:ptLst>
  <dgm:cxnLst>
    <dgm:cxn modelId="{C043C90A-A5E5-45A7-84A0-3994BF9C8083}" srcId="{EA75A3AD-54AC-46A6-9F8A-5DC109AE743E}" destId="{5EA339DD-A381-4B2B-9D06-C90454F1C384}" srcOrd="0" destOrd="0" parTransId="{83F3DDD8-3E53-4AC8-9EED-229217D760C6}" sibTransId="{75233073-9711-43C5-B9F8-C4E0A8C6CA05}"/>
    <dgm:cxn modelId="{BE307F48-9F22-41EF-B6DF-0EE5C20BF2DC}" type="presOf" srcId="{AA82E59D-DAAE-409E-AAD5-12F1D698DEAF}" destId="{F8D8E4DE-7FA2-4F48-B56E-1BFFE681921C}" srcOrd="0" destOrd="0" presId="urn:microsoft.com/office/officeart/2008/layout/LinedList"/>
    <dgm:cxn modelId="{E8ED7A4D-CD03-4887-8D73-7AD4F8021166}" type="presOf" srcId="{5EA339DD-A381-4B2B-9D06-C90454F1C384}" destId="{A9B20270-B43C-4180-B4C3-ED844DC63AA4}" srcOrd="0" destOrd="0" presId="urn:microsoft.com/office/officeart/2008/layout/LinedList"/>
    <dgm:cxn modelId="{FA418B84-C14B-410F-A97B-1073F7634EAC}" type="presOf" srcId="{81190623-AAA0-4E0E-BEE9-E5953A1460AA}" destId="{9BF46158-DB27-49D7-82D2-7087740E4255}" srcOrd="0" destOrd="0" presId="urn:microsoft.com/office/officeart/2008/layout/LinedList"/>
    <dgm:cxn modelId="{94D605B4-897C-4C8E-A8C1-59C1A12BE40D}" type="presOf" srcId="{EA75A3AD-54AC-46A6-9F8A-5DC109AE743E}" destId="{8DD5A958-D157-41B1-9545-1B6488DC690F}" srcOrd="0" destOrd="0" presId="urn:microsoft.com/office/officeart/2008/layout/LinedList"/>
    <dgm:cxn modelId="{689CB7BA-D6FA-455D-944F-8FDACA64246D}" type="presOf" srcId="{BE9117AE-DFEB-4F41-8D02-03042D1BD18B}" destId="{2ADBBF91-0C0C-4161-9A20-7E3F8F4C29DF}" srcOrd="0" destOrd="0" presId="urn:microsoft.com/office/officeart/2008/layout/LinedList"/>
    <dgm:cxn modelId="{DF2FB1C0-A6E0-4BBB-9706-049565DE8B41}" srcId="{EA75A3AD-54AC-46A6-9F8A-5DC109AE743E}" destId="{BE9117AE-DFEB-4F41-8D02-03042D1BD18B}" srcOrd="1" destOrd="0" parTransId="{4B22B146-8C75-4306-B88A-56A11C563535}" sibTransId="{227EB9D3-51DE-4182-8BB8-0CF0E1F33CE2}"/>
    <dgm:cxn modelId="{406C12C4-F941-4103-BC64-893A5F9AA15C}" srcId="{EA75A3AD-54AC-46A6-9F8A-5DC109AE743E}" destId="{81190623-AAA0-4E0E-BEE9-E5953A1460AA}" srcOrd="3" destOrd="0" parTransId="{83348A07-2EF0-4D1A-B048-2457A5C4A776}" sibTransId="{DDDE6D52-2549-4D31-B3C3-16D8E9D10B09}"/>
    <dgm:cxn modelId="{54F99CCB-7FE6-4C06-9A96-A9F1F71D908C}" srcId="{EA75A3AD-54AC-46A6-9F8A-5DC109AE743E}" destId="{AA82E59D-DAAE-409E-AAD5-12F1D698DEAF}" srcOrd="2" destOrd="0" parTransId="{8041CD5A-DA21-42CD-93DE-F861C8C679BC}" sibTransId="{D298E4F0-F2FE-4C13-BEF6-040E0C985E23}"/>
    <dgm:cxn modelId="{D6260255-470D-4E46-BD55-363B76D762D6}" type="presParOf" srcId="{8DD5A958-D157-41B1-9545-1B6488DC690F}" destId="{F4BFE28B-B88D-4793-BA9D-612508C447C3}" srcOrd="0" destOrd="0" presId="urn:microsoft.com/office/officeart/2008/layout/LinedList"/>
    <dgm:cxn modelId="{E1159E0C-A004-4C76-8C0E-D0BAB4ECC8E7}" type="presParOf" srcId="{8DD5A958-D157-41B1-9545-1B6488DC690F}" destId="{C1BD6315-8AC1-4A4C-83FD-D1CEF94E250F}" srcOrd="1" destOrd="0" presId="urn:microsoft.com/office/officeart/2008/layout/LinedList"/>
    <dgm:cxn modelId="{22266EF4-A0F3-420F-B990-C214A93C76B6}" type="presParOf" srcId="{C1BD6315-8AC1-4A4C-83FD-D1CEF94E250F}" destId="{A9B20270-B43C-4180-B4C3-ED844DC63AA4}" srcOrd="0" destOrd="0" presId="urn:microsoft.com/office/officeart/2008/layout/LinedList"/>
    <dgm:cxn modelId="{437D6F76-7293-4466-8F6D-72083E2105BC}" type="presParOf" srcId="{C1BD6315-8AC1-4A4C-83FD-D1CEF94E250F}" destId="{50F0097E-AA2A-49E1-805D-4C30A8EB2F09}" srcOrd="1" destOrd="0" presId="urn:microsoft.com/office/officeart/2008/layout/LinedList"/>
    <dgm:cxn modelId="{843A1180-A162-4ECB-B5D3-C7207A78DEFD}" type="presParOf" srcId="{8DD5A958-D157-41B1-9545-1B6488DC690F}" destId="{0D94BC7F-A701-4358-BB02-F19FF52BB93A}" srcOrd="2" destOrd="0" presId="urn:microsoft.com/office/officeart/2008/layout/LinedList"/>
    <dgm:cxn modelId="{79783F0A-7C2F-4B71-905B-32387C9F0F3F}" type="presParOf" srcId="{8DD5A958-D157-41B1-9545-1B6488DC690F}" destId="{68406B9C-3E89-4BAB-9455-D4BADBB1AFE5}" srcOrd="3" destOrd="0" presId="urn:microsoft.com/office/officeart/2008/layout/LinedList"/>
    <dgm:cxn modelId="{77761A1B-06A9-44E0-8604-A2B9F3ED6DC8}" type="presParOf" srcId="{68406B9C-3E89-4BAB-9455-D4BADBB1AFE5}" destId="{2ADBBF91-0C0C-4161-9A20-7E3F8F4C29DF}" srcOrd="0" destOrd="0" presId="urn:microsoft.com/office/officeart/2008/layout/LinedList"/>
    <dgm:cxn modelId="{61AF641A-D1A9-4E6E-89B5-9E3DA8757FF1}" type="presParOf" srcId="{68406B9C-3E89-4BAB-9455-D4BADBB1AFE5}" destId="{EFE69661-45A3-44B1-A3E6-2BCDFA9DA15F}" srcOrd="1" destOrd="0" presId="urn:microsoft.com/office/officeart/2008/layout/LinedList"/>
    <dgm:cxn modelId="{1D7B107B-FE5C-45B8-A23B-6CA543B527B4}" type="presParOf" srcId="{8DD5A958-D157-41B1-9545-1B6488DC690F}" destId="{46EC883F-FC24-4F2D-B37B-D5BFA680F34F}" srcOrd="4" destOrd="0" presId="urn:microsoft.com/office/officeart/2008/layout/LinedList"/>
    <dgm:cxn modelId="{A156A69B-523E-4E45-B2C8-428968981904}" type="presParOf" srcId="{8DD5A958-D157-41B1-9545-1B6488DC690F}" destId="{476EF1A1-5B2A-44DB-9C94-58D9CEAF62A7}" srcOrd="5" destOrd="0" presId="urn:microsoft.com/office/officeart/2008/layout/LinedList"/>
    <dgm:cxn modelId="{D5B61354-2A8E-4168-8BD1-5732E065415E}" type="presParOf" srcId="{476EF1A1-5B2A-44DB-9C94-58D9CEAF62A7}" destId="{F8D8E4DE-7FA2-4F48-B56E-1BFFE681921C}" srcOrd="0" destOrd="0" presId="urn:microsoft.com/office/officeart/2008/layout/LinedList"/>
    <dgm:cxn modelId="{401F30B3-A600-4C5F-8A65-9B335D164FA4}" type="presParOf" srcId="{476EF1A1-5B2A-44DB-9C94-58D9CEAF62A7}" destId="{14F2A44B-03B6-4AFB-853D-96628A860B87}" srcOrd="1" destOrd="0" presId="urn:microsoft.com/office/officeart/2008/layout/LinedList"/>
    <dgm:cxn modelId="{A6F2DB85-C64E-4452-8DC5-599410D5B360}" type="presParOf" srcId="{8DD5A958-D157-41B1-9545-1B6488DC690F}" destId="{3795E93E-8FAD-47BE-82AF-8C3039C4434C}" srcOrd="6" destOrd="0" presId="urn:microsoft.com/office/officeart/2008/layout/LinedList"/>
    <dgm:cxn modelId="{F7D967E0-F3B0-4AF8-BBE0-8604C72B4D04}" type="presParOf" srcId="{8DD5A958-D157-41B1-9545-1B6488DC690F}" destId="{F5ABF540-2A64-4808-B51E-EE657AE4185B}" srcOrd="7" destOrd="0" presId="urn:microsoft.com/office/officeart/2008/layout/LinedList"/>
    <dgm:cxn modelId="{5CE674A5-7D07-4AD0-A3FC-8355F084AE5A}" type="presParOf" srcId="{F5ABF540-2A64-4808-B51E-EE657AE4185B}" destId="{9BF46158-DB27-49D7-82D2-7087740E4255}" srcOrd="0" destOrd="0" presId="urn:microsoft.com/office/officeart/2008/layout/LinedList"/>
    <dgm:cxn modelId="{395774C8-783A-4B22-A69B-C8C15475B117}" type="presParOf" srcId="{F5ABF540-2A64-4808-B51E-EE657AE4185B}" destId="{F91FF09C-96FC-4903-944B-AB59B02AE1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20F1647-4972-40BD-BB11-FAEBB69A2B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9A43F05-784C-4907-82F2-07A0E42A3341}">
      <dgm:prSet/>
      <dgm:spPr/>
      <dgm:t>
        <a:bodyPr/>
        <a:lstStyle/>
        <a:p>
          <a:pPr>
            <a:defRPr cap="all"/>
          </a:pPr>
          <a:r>
            <a:rPr lang="en-US"/>
            <a:t>Google Test</a:t>
          </a:r>
        </a:p>
      </dgm:t>
    </dgm:pt>
    <dgm:pt modelId="{9691AC3B-B97F-4D22-88D8-2A42FF03C5A1}" type="parTrans" cxnId="{B628F250-CF6D-4C4F-B292-5637872B4E8E}">
      <dgm:prSet/>
      <dgm:spPr/>
      <dgm:t>
        <a:bodyPr/>
        <a:lstStyle/>
        <a:p>
          <a:endParaRPr lang="en-US"/>
        </a:p>
      </dgm:t>
    </dgm:pt>
    <dgm:pt modelId="{2F2BC3C1-0591-496D-9EBD-D5188E31139C}" type="sibTrans" cxnId="{B628F250-CF6D-4C4F-B292-5637872B4E8E}">
      <dgm:prSet/>
      <dgm:spPr/>
      <dgm:t>
        <a:bodyPr/>
        <a:lstStyle/>
        <a:p>
          <a:endParaRPr lang="en-US"/>
        </a:p>
      </dgm:t>
    </dgm:pt>
    <dgm:pt modelId="{BFCFDECA-590E-4372-8440-B7375F5F04D7}">
      <dgm:prSet/>
      <dgm:spPr/>
      <dgm:t>
        <a:bodyPr/>
        <a:lstStyle/>
        <a:p>
          <a:pPr>
            <a:defRPr cap="all"/>
          </a:pPr>
          <a:r>
            <a:rPr lang="en-US"/>
            <a:t>Unit + system tests</a:t>
          </a:r>
        </a:p>
      </dgm:t>
    </dgm:pt>
    <dgm:pt modelId="{07E44E44-825C-4BBC-BCD6-0FF1BF4F02C4}" type="parTrans" cxnId="{B1E33096-8FCC-41A9-96C2-46888A5449AC}">
      <dgm:prSet/>
      <dgm:spPr/>
      <dgm:t>
        <a:bodyPr/>
        <a:lstStyle/>
        <a:p>
          <a:endParaRPr lang="en-US"/>
        </a:p>
      </dgm:t>
    </dgm:pt>
    <dgm:pt modelId="{F6C9909A-419C-473F-950B-45156B359BF7}" type="sibTrans" cxnId="{B1E33096-8FCC-41A9-96C2-46888A5449AC}">
      <dgm:prSet/>
      <dgm:spPr/>
      <dgm:t>
        <a:bodyPr/>
        <a:lstStyle/>
        <a:p>
          <a:endParaRPr lang="en-US"/>
        </a:p>
      </dgm:t>
    </dgm:pt>
    <dgm:pt modelId="{8F02D1FE-1F05-4268-B44D-18F46870DA84}">
      <dgm:prSet/>
      <dgm:spPr/>
      <dgm:t>
        <a:bodyPr/>
        <a:lstStyle/>
        <a:p>
          <a:pPr>
            <a:defRPr cap="all"/>
          </a:pPr>
          <a:r>
            <a:rPr lang="en-US"/>
            <a:t>100% pass rate</a:t>
          </a:r>
        </a:p>
      </dgm:t>
    </dgm:pt>
    <dgm:pt modelId="{D3C65E14-BB73-487B-B956-4CF80D1623EA}" type="parTrans" cxnId="{407794FC-59F6-4CD1-916D-FD13DB655875}">
      <dgm:prSet/>
      <dgm:spPr/>
      <dgm:t>
        <a:bodyPr/>
        <a:lstStyle/>
        <a:p>
          <a:endParaRPr lang="en-US"/>
        </a:p>
      </dgm:t>
    </dgm:pt>
    <dgm:pt modelId="{3B7EAAA6-EC55-49FF-9D42-FE5094928957}" type="sibTrans" cxnId="{407794FC-59F6-4CD1-916D-FD13DB655875}">
      <dgm:prSet/>
      <dgm:spPr/>
      <dgm:t>
        <a:bodyPr/>
        <a:lstStyle/>
        <a:p>
          <a:endParaRPr lang="en-US"/>
        </a:p>
      </dgm:t>
    </dgm:pt>
    <dgm:pt modelId="{6BB410BD-CAAC-4EEF-947A-22B8D1E6C37D}" type="pres">
      <dgm:prSet presAssocID="{320F1647-4972-40BD-BB11-FAEBB69A2B16}" presName="root" presStyleCnt="0">
        <dgm:presLayoutVars>
          <dgm:dir/>
          <dgm:resizeHandles val="exact"/>
        </dgm:presLayoutVars>
      </dgm:prSet>
      <dgm:spPr/>
    </dgm:pt>
    <dgm:pt modelId="{4B8BDC29-5EC2-46E2-A604-ECCE317FB22E}" type="pres">
      <dgm:prSet presAssocID="{89A43F05-784C-4907-82F2-07A0E42A3341}" presName="compNode" presStyleCnt="0"/>
      <dgm:spPr/>
    </dgm:pt>
    <dgm:pt modelId="{803510F0-FE0C-43F4-BEB9-E1C7592114BD}" type="pres">
      <dgm:prSet presAssocID="{89A43F05-784C-4907-82F2-07A0E42A3341}" presName="iconBgRect" presStyleLbl="bgShp" presStyleIdx="0" presStyleCnt="3"/>
      <dgm:spPr/>
    </dgm:pt>
    <dgm:pt modelId="{10D98BE8-0C0D-4C68-A482-2D4C65D07C6D}" type="pres">
      <dgm:prSet presAssocID="{89A43F05-784C-4907-82F2-07A0E42A33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B15452F-046E-4FB8-BB38-FE1CFBAFA7DE}" type="pres">
      <dgm:prSet presAssocID="{89A43F05-784C-4907-82F2-07A0E42A3341}" presName="spaceRect" presStyleCnt="0"/>
      <dgm:spPr/>
    </dgm:pt>
    <dgm:pt modelId="{CDE09562-A1B6-482C-A256-CB2F97D76E3A}" type="pres">
      <dgm:prSet presAssocID="{89A43F05-784C-4907-82F2-07A0E42A3341}" presName="textRect" presStyleLbl="revTx" presStyleIdx="0" presStyleCnt="3">
        <dgm:presLayoutVars>
          <dgm:chMax val="1"/>
          <dgm:chPref val="1"/>
        </dgm:presLayoutVars>
      </dgm:prSet>
      <dgm:spPr/>
    </dgm:pt>
    <dgm:pt modelId="{22C6C36D-C621-42F1-84E3-92FFCFC947BA}" type="pres">
      <dgm:prSet presAssocID="{2F2BC3C1-0591-496D-9EBD-D5188E31139C}" presName="sibTrans" presStyleCnt="0"/>
      <dgm:spPr/>
    </dgm:pt>
    <dgm:pt modelId="{E5D8DD45-64CF-4005-BCA4-4F9C89F3ECE0}" type="pres">
      <dgm:prSet presAssocID="{BFCFDECA-590E-4372-8440-B7375F5F04D7}" presName="compNode" presStyleCnt="0"/>
      <dgm:spPr/>
    </dgm:pt>
    <dgm:pt modelId="{DE3EFAA7-A375-4E7A-B235-73DB267C24CF}" type="pres">
      <dgm:prSet presAssocID="{BFCFDECA-590E-4372-8440-B7375F5F04D7}" presName="iconBgRect" presStyleLbl="bgShp" presStyleIdx="1" presStyleCnt="3"/>
      <dgm:spPr/>
    </dgm:pt>
    <dgm:pt modelId="{C8EA0705-5B52-4686-8398-5A6C3864EEBA}" type="pres">
      <dgm:prSet presAssocID="{BFCFDECA-590E-4372-8440-B7375F5F04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86EB742-677C-4B28-921B-976456EA45A2}" type="pres">
      <dgm:prSet presAssocID="{BFCFDECA-590E-4372-8440-B7375F5F04D7}" presName="spaceRect" presStyleCnt="0"/>
      <dgm:spPr/>
    </dgm:pt>
    <dgm:pt modelId="{EFC9A0EF-2CB3-4C19-AED4-F1B892E28A3A}" type="pres">
      <dgm:prSet presAssocID="{BFCFDECA-590E-4372-8440-B7375F5F04D7}" presName="textRect" presStyleLbl="revTx" presStyleIdx="1" presStyleCnt="3">
        <dgm:presLayoutVars>
          <dgm:chMax val="1"/>
          <dgm:chPref val="1"/>
        </dgm:presLayoutVars>
      </dgm:prSet>
      <dgm:spPr/>
    </dgm:pt>
    <dgm:pt modelId="{92874FEE-18B5-47BE-BE92-70DCC054C0F1}" type="pres">
      <dgm:prSet presAssocID="{F6C9909A-419C-473F-950B-45156B359BF7}" presName="sibTrans" presStyleCnt="0"/>
      <dgm:spPr/>
    </dgm:pt>
    <dgm:pt modelId="{9E396FC0-368A-4434-9BC9-3BE437E99FE4}" type="pres">
      <dgm:prSet presAssocID="{8F02D1FE-1F05-4268-B44D-18F46870DA84}" presName="compNode" presStyleCnt="0"/>
      <dgm:spPr/>
    </dgm:pt>
    <dgm:pt modelId="{5F4963FA-2341-4BB9-8754-F75A866578F9}" type="pres">
      <dgm:prSet presAssocID="{8F02D1FE-1F05-4268-B44D-18F46870DA84}" presName="iconBgRect" presStyleLbl="bgShp" presStyleIdx="2" presStyleCnt="3"/>
      <dgm:spPr/>
    </dgm:pt>
    <dgm:pt modelId="{60213D1B-AC51-415D-8530-58978591742D}" type="pres">
      <dgm:prSet presAssocID="{8F02D1FE-1F05-4268-B44D-18F46870DA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1E444609-EA9E-4D6E-BEBD-9815F28702F0}" type="pres">
      <dgm:prSet presAssocID="{8F02D1FE-1F05-4268-B44D-18F46870DA84}" presName="spaceRect" presStyleCnt="0"/>
      <dgm:spPr/>
    </dgm:pt>
    <dgm:pt modelId="{CF55EBA4-C808-454E-9736-83D3E6B41C92}" type="pres">
      <dgm:prSet presAssocID="{8F02D1FE-1F05-4268-B44D-18F46870DA8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4166F05-D8F4-42E6-834C-11CC2B9E9D68}" type="presOf" srcId="{BFCFDECA-590E-4372-8440-B7375F5F04D7}" destId="{EFC9A0EF-2CB3-4C19-AED4-F1B892E28A3A}" srcOrd="0" destOrd="0" presId="urn:microsoft.com/office/officeart/2018/5/layout/IconCircleLabelList"/>
    <dgm:cxn modelId="{B628F250-CF6D-4C4F-B292-5637872B4E8E}" srcId="{320F1647-4972-40BD-BB11-FAEBB69A2B16}" destId="{89A43F05-784C-4907-82F2-07A0E42A3341}" srcOrd="0" destOrd="0" parTransId="{9691AC3B-B97F-4D22-88D8-2A42FF03C5A1}" sibTransId="{2F2BC3C1-0591-496D-9EBD-D5188E31139C}"/>
    <dgm:cxn modelId="{B1E33096-8FCC-41A9-96C2-46888A5449AC}" srcId="{320F1647-4972-40BD-BB11-FAEBB69A2B16}" destId="{BFCFDECA-590E-4372-8440-B7375F5F04D7}" srcOrd="1" destOrd="0" parTransId="{07E44E44-825C-4BBC-BCD6-0FF1BF4F02C4}" sibTransId="{F6C9909A-419C-473F-950B-45156B359BF7}"/>
    <dgm:cxn modelId="{0F5244A0-46DA-4409-9DCA-5BFBFC52C1DD}" type="presOf" srcId="{89A43F05-784C-4907-82F2-07A0E42A3341}" destId="{CDE09562-A1B6-482C-A256-CB2F97D76E3A}" srcOrd="0" destOrd="0" presId="urn:microsoft.com/office/officeart/2018/5/layout/IconCircleLabelList"/>
    <dgm:cxn modelId="{9DE4E3A1-9377-407E-8F7A-03D5E1873747}" type="presOf" srcId="{320F1647-4972-40BD-BB11-FAEBB69A2B16}" destId="{6BB410BD-CAAC-4EEF-947A-22B8D1E6C37D}" srcOrd="0" destOrd="0" presId="urn:microsoft.com/office/officeart/2018/5/layout/IconCircleLabelList"/>
    <dgm:cxn modelId="{2CFCF4CE-4F86-497C-9E73-0EE3DA308828}" type="presOf" srcId="{8F02D1FE-1F05-4268-B44D-18F46870DA84}" destId="{CF55EBA4-C808-454E-9736-83D3E6B41C92}" srcOrd="0" destOrd="0" presId="urn:microsoft.com/office/officeart/2018/5/layout/IconCircleLabelList"/>
    <dgm:cxn modelId="{407794FC-59F6-4CD1-916D-FD13DB655875}" srcId="{320F1647-4972-40BD-BB11-FAEBB69A2B16}" destId="{8F02D1FE-1F05-4268-B44D-18F46870DA84}" srcOrd="2" destOrd="0" parTransId="{D3C65E14-BB73-487B-B956-4CF80D1623EA}" sibTransId="{3B7EAAA6-EC55-49FF-9D42-FE5094928957}"/>
    <dgm:cxn modelId="{181F1DA8-0E18-450A-BEDC-7447ABE8A977}" type="presParOf" srcId="{6BB410BD-CAAC-4EEF-947A-22B8D1E6C37D}" destId="{4B8BDC29-5EC2-46E2-A604-ECCE317FB22E}" srcOrd="0" destOrd="0" presId="urn:microsoft.com/office/officeart/2018/5/layout/IconCircleLabelList"/>
    <dgm:cxn modelId="{1E18CF23-6A11-484F-A083-645E3BB1165A}" type="presParOf" srcId="{4B8BDC29-5EC2-46E2-A604-ECCE317FB22E}" destId="{803510F0-FE0C-43F4-BEB9-E1C7592114BD}" srcOrd="0" destOrd="0" presId="urn:microsoft.com/office/officeart/2018/5/layout/IconCircleLabelList"/>
    <dgm:cxn modelId="{D6B8579A-BB2A-4A81-A193-565EAEE78D6C}" type="presParOf" srcId="{4B8BDC29-5EC2-46E2-A604-ECCE317FB22E}" destId="{10D98BE8-0C0D-4C68-A482-2D4C65D07C6D}" srcOrd="1" destOrd="0" presId="urn:microsoft.com/office/officeart/2018/5/layout/IconCircleLabelList"/>
    <dgm:cxn modelId="{A5A61AAB-683A-452D-97F6-28CAA60B1896}" type="presParOf" srcId="{4B8BDC29-5EC2-46E2-A604-ECCE317FB22E}" destId="{BB15452F-046E-4FB8-BB38-FE1CFBAFA7DE}" srcOrd="2" destOrd="0" presId="urn:microsoft.com/office/officeart/2018/5/layout/IconCircleLabelList"/>
    <dgm:cxn modelId="{875FE184-CDF1-41D4-8C32-5B44641129BB}" type="presParOf" srcId="{4B8BDC29-5EC2-46E2-A604-ECCE317FB22E}" destId="{CDE09562-A1B6-482C-A256-CB2F97D76E3A}" srcOrd="3" destOrd="0" presId="urn:microsoft.com/office/officeart/2018/5/layout/IconCircleLabelList"/>
    <dgm:cxn modelId="{2B716EB2-5B8A-4220-8949-DE05FC3340FC}" type="presParOf" srcId="{6BB410BD-CAAC-4EEF-947A-22B8D1E6C37D}" destId="{22C6C36D-C621-42F1-84E3-92FFCFC947BA}" srcOrd="1" destOrd="0" presId="urn:microsoft.com/office/officeart/2018/5/layout/IconCircleLabelList"/>
    <dgm:cxn modelId="{84A16A4D-A7A3-4D05-B315-E78367121E36}" type="presParOf" srcId="{6BB410BD-CAAC-4EEF-947A-22B8D1E6C37D}" destId="{E5D8DD45-64CF-4005-BCA4-4F9C89F3ECE0}" srcOrd="2" destOrd="0" presId="urn:microsoft.com/office/officeart/2018/5/layout/IconCircleLabelList"/>
    <dgm:cxn modelId="{CC427D10-555C-405A-8A2B-E2925179A891}" type="presParOf" srcId="{E5D8DD45-64CF-4005-BCA4-4F9C89F3ECE0}" destId="{DE3EFAA7-A375-4E7A-B235-73DB267C24CF}" srcOrd="0" destOrd="0" presId="urn:microsoft.com/office/officeart/2018/5/layout/IconCircleLabelList"/>
    <dgm:cxn modelId="{F6DD23E0-2113-4C29-8040-12A074D76735}" type="presParOf" srcId="{E5D8DD45-64CF-4005-BCA4-4F9C89F3ECE0}" destId="{C8EA0705-5B52-4686-8398-5A6C3864EEBA}" srcOrd="1" destOrd="0" presId="urn:microsoft.com/office/officeart/2018/5/layout/IconCircleLabelList"/>
    <dgm:cxn modelId="{0D31F1C3-9E72-482A-AACD-69C5CF8EC365}" type="presParOf" srcId="{E5D8DD45-64CF-4005-BCA4-4F9C89F3ECE0}" destId="{186EB742-677C-4B28-921B-976456EA45A2}" srcOrd="2" destOrd="0" presId="urn:microsoft.com/office/officeart/2018/5/layout/IconCircleLabelList"/>
    <dgm:cxn modelId="{06500948-0B69-4E2A-B3EF-A9975828F674}" type="presParOf" srcId="{E5D8DD45-64CF-4005-BCA4-4F9C89F3ECE0}" destId="{EFC9A0EF-2CB3-4C19-AED4-F1B892E28A3A}" srcOrd="3" destOrd="0" presId="urn:microsoft.com/office/officeart/2018/5/layout/IconCircleLabelList"/>
    <dgm:cxn modelId="{DB0AA5E1-0FFA-4068-80F7-59627AA0AA01}" type="presParOf" srcId="{6BB410BD-CAAC-4EEF-947A-22B8D1E6C37D}" destId="{92874FEE-18B5-47BE-BE92-70DCC054C0F1}" srcOrd="3" destOrd="0" presId="urn:microsoft.com/office/officeart/2018/5/layout/IconCircleLabelList"/>
    <dgm:cxn modelId="{817D7FFE-69F8-4DEA-A25C-B79808E34D15}" type="presParOf" srcId="{6BB410BD-CAAC-4EEF-947A-22B8D1E6C37D}" destId="{9E396FC0-368A-4434-9BC9-3BE437E99FE4}" srcOrd="4" destOrd="0" presId="urn:microsoft.com/office/officeart/2018/5/layout/IconCircleLabelList"/>
    <dgm:cxn modelId="{49B8320C-4C8B-4355-8911-FC6A3215A7AF}" type="presParOf" srcId="{9E396FC0-368A-4434-9BC9-3BE437E99FE4}" destId="{5F4963FA-2341-4BB9-8754-F75A866578F9}" srcOrd="0" destOrd="0" presId="urn:microsoft.com/office/officeart/2018/5/layout/IconCircleLabelList"/>
    <dgm:cxn modelId="{CAC884B2-4D8C-49C7-AD1B-482D4EA9A3AF}" type="presParOf" srcId="{9E396FC0-368A-4434-9BC9-3BE437E99FE4}" destId="{60213D1B-AC51-415D-8530-58978591742D}" srcOrd="1" destOrd="0" presId="urn:microsoft.com/office/officeart/2018/5/layout/IconCircleLabelList"/>
    <dgm:cxn modelId="{160403DB-83D7-49A6-95B4-BA8087080D67}" type="presParOf" srcId="{9E396FC0-368A-4434-9BC9-3BE437E99FE4}" destId="{1E444609-EA9E-4D6E-BEBD-9815F28702F0}" srcOrd="2" destOrd="0" presId="urn:microsoft.com/office/officeart/2018/5/layout/IconCircleLabelList"/>
    <dgm:cxn modelId="{3352BB72-4A95-4ED0-A24F-D5DB9A415ECF}" type="presParOf" srcId="{9E396FC0-368A-4434-9BC9-3BE437E99FE4}" destId="{CF55EBA4-C808-454E-9736-83D3E6B41C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DCCA1A-6628-49F8-9347-843AFB7D9FC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74C80E-5067-4838-92F4-DD474EF66B07}">
      <dgm:prSet/>
      <dgm:spPr/>
      <dgm:t>
        <a:bodyPr/>
        <a:lstStyle/>
        <a:p>
          <a:r>
            <a:rPr lang="en-US" dirty="0"/>
            <a:t>Preemptive Priority best wait time</a:t>
          </a:r>
        </a:p>
      </dgm:t>
    </dgm:pt>
    <dgm:pt modelId="{590CA32E-1180-4F8F-9AC6-C277383A71DD}" type="parTrans" cxnId="{2C661B1D-DE41-4FEF-91B8-3DFDA6608C03}">
      <dgm:prSet/>
      <dgm:spPr/>
      <dgm:t>
        <a:bodyPr/>
        <a:lstStyle/>
        <a:p>
          <a:endParaRPr lang="en-US"/>
        </a:p>
      </dgm:t>
    </dgm:pt>
    <dgm:pt modelId="{8C97F0A3-D90C-4A7A-9CFF-D802302049E9}" type="sibTrans" cxnId="{2C661B1D-DE41-4FEF-91B8-3DFDA6608C03}">
      <dgm:prSet/>
      <dgm:spPr/>
      <dgm:t>
        <a:bodyPr/>
        <a:lstStyle/>
        <a:p>
          <a:endParaRPr lang="en-US"/>
        </a:p>
      </dgm:t>
    </dgm:pt>
    <dgm:pt modelId="{D120640F-4BCC-43DC-8345-728297EBE373}">
      <dgm:prSet/>
      <dgm:spPr/>
      <dgm:t>
        <a:bodyPr/>
        <a:lstStyle/>
        <a:p>
          <a:r>
            <a:rPr lang="en-US"/>
            <a:t>RR best for fairness</a:t>
          </a:r>
        </a:p>
      </dgm:t>
    </dgm:pt>
    <dgm:pt modelId="{1A99AA99-76A2-4D88-83AE-AC0519A75426}" type="parTrans" cxnId="{343304FD-4B20-4EE1-B236-3839A26C350E}">
      <dgm:prSet/>
      <dgm:spPr/>
      <dgm:t>
        <a:bodyPr/>
        <a:lstStyle/>
        <a:p>
          <a:endParaRPr lang="en-US"/>
        </a:p>
      </dgm:t>
    </dgm:pt>
    <dgm:pt modelId="{3B31BDC6-EA7E-4186-A4B6-9F252A62883D}" type="sibTrans" cxnId="{343304FD-4B20-4EE1-B236-3839A26C350E}">
      <dgm:prSet/>
      <dgm:spPr/>
      <dgm:t>
        <a:bodyPr/>
        <a:lstStyle/>
        <a:p>
          <a:endParaRPr lang="en-US"/>
        </a:p>
      </dgm:t>
    </dgm:pt>
    <dgm:pt modelId="{0DB118AE-A5BA-49DB-8AC3-AB4D7E77B0FD}">
      <dgm:prSet/>
      <dgm:spPr/>
      <dgm:t>
        <a:bodyPr/>
        <a:lstStyle/>
        <a:p>
          <a:r>
            <a:rPr lang="en-US"/>
            <a:t>MLFQ adaptive</a:t>
          </a:r>
        </a:p>
      </dgm:t>
    </dgm:pt>
    <dgm:pt modelId="{2498AD4B-613E-447F-8C4D-4F442F03A93A}" type="parTrans" cxnId="{FCC8F2CC-178B-4FCF-AA79-FDF5A2F86A94}">
      <dgm:prSet/>
      <dgm:spPr/>
      <dgm:t>
        <a:bodyPr/>
        <a:lstStyle/>
        <a:p>
          <a:endParaRPr lang="en-US"/>
        </a:p>
      </dgm:t>
    </dgm:pt>
    <dgm:pt modelId="{ABBD4D80-D26B-457A-B5B8-151AEE32EF0E}" type="sibTrans" cxnId="{FCC8F2CC-178B-4FCF-AA79-FDF5A2F86A94}">
      <dgm:prSet/>
      <dgm:spPr/>
      <dgm:t>
        <a:bodyPr/>
        <a:lstStyle/>
        <a:p>
          <a:endParaRPr lang="en-US"/>
        </a:p>
      </dgm:t>
    </dgm:pt>
    <dgm:pt modelId="{07C57ED0-5BDB-45A5-B962-AB28433A4845}" type="pres">
      <dgm:prSet presAssocID="{03DCCA1A-6628-49F8-9347-843AFB7D9F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3ED114-2EC0-487E-91BC-A8C8FDF08B77}" type="pres">
      <dgm:prSet presAssocID="{8C74C80E-5067-4838-92F4-DD474EF66B07}" presName="hierRoot1" presStyleCnt="0"/>
      <dgm:spPr/>
    </dgm:pt>
    <dgm:pt modelId="{203A574C-3020-4DBF-8E7F-57C0779868E2}" type="pres">
      <dgm:prSet presAssocID="{8C74C80E-5067-4838-92F4-DD474EF66B07}" presName="composite" presStyleCnt="0"/>
      <dgm:spPr/>
    </dgm:pt>
    <dgm:pt modelId="{4A06BF50-5FCF-4C54-98A2-3C1ECCE73D12}" type="pres">
      <dgm:prSet presAssocID="{8C74C80E-5067-4838-92F4-DD474EF66B07}" presName="background" presStyleLbl="node0" presStyleIdx="0" presStyleCnt="3"/>
      <dgm:spPr/>
    </dgm:pt>
    <dgm:pt modelId="{75EF6FD4-9618-43B8-9CDF-FE0F11F83746}" type="pres">
      <dgm:prSet presAssocID="{8C74C80E-5067-4838-92F4-DD474EF66B07}" presName="text" presStyleLbl="fgAcc0" presStyleIdx="0" presStyleCnt="3">
        <dgm:presLayoutVars>
          <dgm:chPref val="3"/>
        </dgm:presLayoutVars>
      </dgm:prSet>
      <dgm:spPr/>
    </dgm:pt>
    <dgm:pt modelId="{5C518090-6E67-4B37-ADA8-EA108490C92D}" type="pres">
      <dgm:prSet presAssocID="{8C74C80E-5067-4838-92F4-DD474EF66B07}" presName="hierChild2" presStyleCnt="0"/>
      <dgm:spPr/>
    </dgm:pt>
    <dgm:pt modelId="{1F841978-7DAB-4802-81BC-B6C3EFE82FE4}" type="pres">
      <dgm:prSet presAssocID="{D120640F-4BCC-43DC-8345-728297EBE373}" presName="hierRoot1" presStyleCnt="0"/>
      <dgm:spPr/>
    </dgm:pt>
    <dgm:pt modelId="{475EC39C-E88F-43CD-9BA9-E1F0B15423DD}" type="pres">
      <dgm:prSet presAssocID="{D120640F-4BCC-43DC-8345-728297EBE373}" presName="composite" presStyleCnt="0"/>
      <dgm:spPr/>
    </dgm:pt>
    <dgm:pt modelId="{EDA37C62-39F4-4BDF-A25D-888BFB9520D6}" type="pres">
      <dgm:prSet presAssocID="{D120640F-4BCC-43DC-8345-728297EBE373}" presName="background" presStyleLbl="node0" presStyleIdx="1" presStyleCnt="3"/>
      <dgm:spPr/>
    </dgm:pt>
    <dgm:pt modelId="{5C17B42F-B33E-48C7-951D-294C50C71975}" type="pres">
      <dgm:prSet presAssocID="{D120640F-4BCC-43DC-8345-728297EBE373}" presName="text" presStyleLbl="fgAcc0" presStyleIdx="1" presStyleCnt="3">
        <dgm:presLayoutVars>
          <dgm:chPref val="3"/>
        </dgm:presLayoutVars>
      </dgm:prSet>
      <dgm:spPr/>
    </dgm:pt>
    <dgm:pt modelId="{D0329C24-C34E-492C-919B-E43A4CD4CFE6}" type="pres">
      <dgm:prSet presAssocID="{D120640F-4BCC-43DC-8345-728297EBE373}" presName="hierChild2" presStyleCnt="0"/>
      <dgm:spPr/>
    </dgm:pt>
    <dgm:pt modelId="{2B2F18D8-AE68-49A8-BC07-F1BE872E5C25}" type="pres">
      <dgm:prSet presAssocID="{0DB118AE-A5BA-49DB-8AC3-AB4D7E77B0FD}" presName="hierRoot1" presStyleCnt="0"/>
      <dgm:spPr/>
    </dgm:pt>
    <dgm:pt modelId="{F1EB559E-0902-445A-9658-FF2B46D1E38B}" type="pres">
      <dgm:prSet presAssocID="{0DB118AE-A5BA-49DB-8AC3-AB4D7E77B0FD}" presName="composite" presStyleCnt="0"/>
      <dgm:spPr/>
    </dgm:pt>
    <dgm:pt modelId="{C503D955-CAD0-40E4-A7CF-6DE22D5996ED}" type="pres">
      <dgm:prSet presAssocID="{0DB118AE-A5BA-49DB-8AC3-AB4D7E77B0FD}" presName="background" presStyleLbl="node0" presStyleIdx="2" presStyleCnt="3"/>
      <dgm:spPr/>
    </dgm:pt>
    <dgm:pt modelId="{52F4F64D-6AF2-46E5-B379-E5527776D85F}" type="pres">
      <dgm:prSet presAssocID="{0DB118AE-A5BA-49DB-8AC3-AB4D7E77B0FD}" presName="text" presStyleLbl="fgAcc0" presStyleIdx="2" presStyleCnt="3">
        <dgm:presLayoutVars>
          <dgm:chPref val="3"/>
        </dgm:presLayoutVars>
      </dgm:prSet>
      <dgm:spPr/>
    </dgm:pt>
    <dgm:pt modelId="{A020C1D8-2B1F-424E-885B-9AA8BC82899E}" type="pres">
      <dgm:prSet presAssocID="{0DB118AE-A5BA-49DB-8AC3-AB4D7E77B0FD}" presName="hierChild2" presStyleCnt="0"/>
      <dgm:spPr/>
    </dgm:pt>
  </dgm:ptLst>
  <dgm:cxnLst>
    <dgm:cxn modelId="{7FC02005-985B-42FB-B7F3-ED7D476C45F4}" type="presOf" srcId="{03DCCA1A-6628-49F8-9347-843AFB7D9FC8}" destId="{07C57ED0-5BDB-45A5-B962-AB28433A4845}" srcOrd="0" destOrd="0" presId="urn:microsoft.com/office/officeart/2005/8/layout/hierarchy1"/>
    <dgm:cxn modelId="{2C661B1D-DE41-4FEF-91B8-3DFDA6608C03}" srcId="{03DCCA1A-6628-49F8-9347-843AFB7D9FC8}" destId="{8C74C80E-5067-4838-92F4-DD474EF66B07}" srcOrd="0" destOrd="0" parTransId="{590CA32E-1180-4F8F-9AC6-C277383A71DD}" sibTransId="{8C97F0A3-D90C-4A7A-9CFF-D802302049E9}"/>
    <dgm:cxn modelId="{73A59E45-FF29-42B1-B379-C26CD927AE92}" type="presOf" srcId="{D120640F-4BCC-43DC-8345-728297EBE373}" destId="{5C17B42F-B33E-48C7-951D-294C50C71975}" srcOrd="0" destOrd="0" presId="urn:microsoft.com/office/officeart/2005/8/layout/hierarchy1"/>
    <dgm:cxn modelId="{FCC8F2CC-178B-4FCF-AA79-FDF5A2F86A94}" srcId="{03DCCA1A-6628-49F8-9347-843AFB7D9FC8}" destId="{0DB118AE-A5BA-49DB-8AC3-AB4D7E77B0FD}" srcOrd="2" destOrd="0" parTransId="{2498AD4B-613E-447F-8C4D-4F442F03A93A}" sibTransId="{ABBD4D80-D26B-457A-B5B8-151AEE32EF0E}"/>
    <dgm:cxn modelId="{50A5BBD6-0498-4434-864A-39E20496407D}" type="presOf" srcId="{0DB118AE-A5BA-49DB-8AC3-AB4D7E77B0FD}" destId="{52F4F64D-6AF2-46E5-B379-E5527776D85F}" srcOrd="0" destOrd="0" presId="urn:microsoft.com/office/officeart/2005/8/layout/hierarchy1"/>
    <dgm:cxn modelId="{8B5195F7-1C2C-4FBF-882C-9C8F282F383B}" type="presOf" srcId="{8C74C80E-5067-4838-92F4-DD474EF66B07}" destId="{75EF6FD4-9618-43B8-9CDF-FE0F11F83746}" srcOrd="0" destOrd="0" presId="urn:microsoft.com/office/officeart/2005/8/layout/hierarchy1"/>
    <dgm:cxn modelId="{343304FD-4B20-4EE1-B236-3839A26C350E}" srcId="{03DCCA1A-6628-49F8-9347-843AFB7D9FC8}" destId="{D120640F-4BCC-43DC-8345-728297EBE373}" srcOrd="1" destOrd="0" parTransId="{1A99AA99-76A2-4D88-83AE-AC0519A75426}" sibTransId="{3B31BDC6-EA7E-4186-A4B6-9F252A62883D}"/>
    <dgm:cxn modelId="{702EC3BF-7181-41FA-B513-7316A805F3F1}" type="presParOf" srcId="{07C57ED0-5BDB-45A5-B962-AB28433A4845}" destId="{D23ED114-2EC0-487E-91BC-A8C8FDF08B77}" srcOrd="0" destOrd="0" presId="urn:microsoft.com/office/officeart/2005/8/layout/hierarchy1"/>
    <dgm:cxn modelId="{0D63844F-D411-4FC2-87CB-0E94039C1F46}" type="presParOf" srcId="{D23ED114-2EC0-487E-91BC-A8C8FDF08B77}" destId="{203A574C-3020-4DBF-8E7F-57C0779868E2}" srcOrd="0" destOrd="0" presId="urn:microsoft.com/office/officeart/2005/8/layout/hierarchy1"/>
    <dgm:cxn modelId="{51C28FC2-0392-44B7-A082-C37D7080599E}" type="presParOf" srcId="{203A574C-3020-4DBF-8E7F-57C0779868E2}" destId="{4A06BF50-5FCF-4C54-98A2-3C1ECCE73D12}" srcOrd="0" destOrd="0" presId="urn:microsoft.com/office/officeart/2005/8/layout/hierarchy1"/>
    <dgm:cxn modelId="{FBCCE1DE-1EB5-4D6F-8403-1EEF3C3CFDC4}" type="presParOf" srcId="{203A574C-3020-4DBF-8E7F-57C0779868E2}" destId="{75EF6FD4-9618-43B8-9CDF-FE0F11F83746}" srcOrd="1" destOrd="0" presId="urn:microsoft.com/office/officeart/2005/8/layout/hierarchy1"/>
    <dgm:cxn modelId="{024E08C5-4039-44E7-A493-055E05075B69}" type="presParOf" srcId="{D23ED114-2EC0-487E-91BC-A8C8FDF08B77}" destId="{5C518090-6E67-4B37-ADA8-EA108490C92D}" srcOrd="1" destOrd="0" presId="urn:microsoft.com/office/officeart/2005/8/layout/hierarchy1"/>
    <dgm:cxn modelId="{92FE2327-3C62-4B98-9642-6AAD6A01501A}" type="presParOf" srcId="{07C57ED0-5BDB-45A5-B962-AB28433A4845}" destId="{1F841978-7DAB-4802-81BC-B6C3EFE82FE4}" srcOrd="1" destOrd="0" presId="urn:microsoft.com/office/officeart/2005/8/layout/hierarchy1"/>
    <dgm:cxn modelId="{DEACD0A9-3266-4E0B-B6B1-96D8448A41BE}" type="presParOf" srcId="{1F841978-7DAB-4802-81BC-B6C3EFE82FE4}" destId="{475EC39C-E88F-43CD-9BA9-E1F0B15423DD}" srcOrd="0" destOrd="0" presId="urn:microsoft.com/office/officeart/2005/8/layout/hierarchy1"/>
    <dgm:cxn modelId="{09613187-BC4D-4298-B0EF-4833CD91BC2A}" type="presParOf" srcId="{475EC39C-E88F-43CD-9BA9-E1F0B15423DD}" destId="{EDA37C62-39F4-4BDF-A25D-888BFB9520D6}" srcOrd="0" destOrd="0" presId="urn:microsoft.com/office/officeart/2005/8/layout/hierarchy1"/>
    <dgm:cxn modelId="{10FEEC78-DB5B-443A-A21C-485E8AF4877C}" type="presParOf" srcId="{475EC39C-E88F-43CD-9BA9-E1F0B15423DD}" destId="{5C17B42F-B33E-48C7-951D-294C50C71975}" srcOrd="1" destOrd="0" presId="urn:microsoft.com/office/officeart/2005/8/layout/hierarchy1"/>
    <dgm:cxn modelId="{8385F5BD-9B49-4477-8268-06A58BCB845F}" type="presParOf" srcId="{1F841978-7DAB-4802-81BC-B6C3EFE82FE4}" destId="{D0329C24-C34E-492C-919B-E43A4CD4CFE6}" srcOrd="1" destOrd="0" presId="urn:microsoft.com/office/officeart/2005/8/layout/hierarchy1"/>
    <dgm:cxn modelId="{5FF83FA8-8EBD-41CE-8815-AC88056CF48F}" type="presParOf" srcId="{07C57ED0-5BDB-45A5-B962-AB28433A4845}" destId="{2B2F18D8-AE68-49A8-BC07-F1BE872E5C25}" srcOrd="2" destOrd="0" presId="urn:microsoft.com/office/officeart/2005/8/layout/hierarchy1"/>
    <dgm:cxn modelId="{FA450201-CCF3-4B6C-AC19-A62C58A61592}" type="presParOf" srcId="{2B2F18D8-AE68-49A8-BC07-F1BE872E5C25}" destId="{F1EB559E-0902-445A-9658-FF2B46D1E38B}" srcOrd="0" destOrd="0" presId="urn:microsoft.com/office/officeart/2005/8/layout/hierarchy1"/>
    <dgm:cxn modelId="{61703376-C581-4DF7-B71C-E95AD8B28AFA}" type="presParOf" srcId="{F1EB559E-0902-445A-9658-FF2B46D1E38B}" destId="{C503D955-CAD0-40E4-A7CF-6DE22D5996ED}" srcOrd="0" destOrd="0" presId="urn:microsoft.com/office/officeart/2005/8/layout/hierarchy1"/>
    <dgm:cxn modelId="{01267082-2EA0-44E1-AEA1-27EF9D09A49C}" type="presParOf" srcId="{F1EB559E-0902-445A-9658-FF2B46D1E38B}" destId="{52F4F64D-6AF2-46E5-B379-E5527776D85F}" srcOrd="1" destOrd="0" presId="urn:microsoft.com/office/officeart/2005/8/layout/hierarchy1"/>
    <dgm:cxn modelId="{91824CAE-888C-43E1-969B-DA1A3724E95D}" type="presParOf" srcId="{2B2F18D8-AE68-49A8-BC07-F1BE872E5C25}" destId="{A020C1D8-2B1F-424E-885B-9AA8BC82899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41D881-E9B3-4162-B26E-611166A6063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779B3F4-CE3C-4B9D-887B-D2A5EA55B659}">
      <dgm:prSet/>
      <dgm:spPr/>
      <dgm:t>
        <a:bodyPr/>
        <a:lstStyle/>
        <a:p>
          <a:pPr>
            <a:defRPr cap="all"/>
          </a:pPr>
          <a:r>
            <a:rPr lang="en-US"/>
            <a:t>Overhead modeling</a:t>
          </a:r>
        </a:p>
      </dgm:t>
    </dgm:pt>
    <dgm:pt modelId="{E70D18BF-9EF1-43A9-8396-7390CFEA6BDE}" type="parTrans" cxnId="{9ED16635-7C57-423C-9C68-DDEF9B39C904}">
      <dgm:prSet/>
      <dgm:spPr/>
      <dgm:t>
        <a:bodyPr/>
        <a:lstStyle/>
        <a:p>
          <a:endParaRPr lang="en-US"/>
        </a:p>
      </dgm:t>
    </dgm:pt>
    <dgm:pt modelId="{9A047F40-C8E0-46FF-A4C4-36A430A57CA6}" type="sibTrans" cxnId="{9ED16635-7C57-423C-9C68-DDEF9B39C904}">
      <dgm:prSet/>
      <dgm:spPr/>
      <dgm:t>
        <a:bodyPr/>
        <a:lstStyle/>
        <a:p>
          <a:endParaRPr lang="en-US"/>
        </a:p>
      </dgm:t>
    </dgm:pt>
    <dgm:pt modelId="{17747F6B-43C6-49D0-9FAC-92C7635BC4A1}">
      <dgm:prSet/>
      <dgm:spPr/>
      <dgm:t>
        <a:bodyPr/>
        <a:lstStyle/>
        <a:p>
          <a:pPr>
            <a:defRPr cap="all"/>
          </a:pPr>
          <a:r>
            <a:rPr lang="en-US"/>
            <a:t>Starvation solved via aging</a:t>
          </a:r>
        </a:p>
      </dgm:t>
    </dgm:pt>
    <dgm:pt modelId="{9B30AF21-BDE6-4643-86A3-CF4434B83CDB}" type="parTrans" cxnId="{D91B04C2-002C-4B14-A82E-B7178689AF34}">
      <dgm:prSet/>
      <dgm:spPr/>
      <dgm:t>
        <a:bodyPr/>
        <a:lstStyle/>
        <a:p>
          <a:endParaRPr lang="en-US"/>
        </a:p>
      </dgm:t>
    </dgm:pt>
    <dgm:pt modelId="{E6C531E4-C92F-400C-90B2-90AE09EAB9D4}" type="sibTrans" cxnId="{D91B04C2-002C-4B14-A82E-B7178689AF34}">
      <dgm:prSet/>
      <dgm:spPr/>
      <dgm:t>
        <a:bodyPr/>
        <a:lstStyle/>
        <a:p>
          <a:endParaRPr lang="en-US"/>
        </a:p>
      </dgm:t>
    </dgm:pt>
    <dgm:pt modelId="{8C516D6D-94CE-44BE-83FB-DF07C92908FD}">
      <dgm:prSet/>
      <dgm:spPr/>
      <dgm:t>
        <a:bodyPr/>
        <a:lstStyle/>
        <a:p>
          <a:pPr>
            <a:defRPr cap="all"/>
          </a:pPr>
          <a:r>
            <a:rPr lang="en-US"/>
            <a:t>MLFQ complexity</a:t>
          </a:r>
        </a:p>
      </dgm:t>
    </dgm:pt>
    <dgm:pt modelId="{6D6BC8C0-CF8D-44A9-A084-F95A30ED576C}" type="parTrans" cxnId="{F088CD90-CC3C-4BBE-A786-A47BA250D579}">
      <dgm:prSet/>
      <dgm:spPr/>
      <dgm:t>
        <a:bodyPr/>
        <a:lstStyle/>
        <a:p>
          <a:endParaRPr lang="en-US"/>
        </a:p>
      </dgm:t>
    </dgm:pt>
    <dgm:pt modelId="{17FACBB3-DB21-42CE-8C7B-AF0087079AFD}" type="sibTrans" cxnId="{F088CD90-CC3C-4BBE-A786-A47BA250D579}">
      <dgm:prSet/>
      <dgm:spPr/>
      <dgm:t>
        <a:bodyPr/>
        <a:lstStyle/>
        <a:p>
          <a:endParaRPr lang="en-US"/>
        </a:p>
      </dgm:t>
    </dgm:pt>
    <dgm:pt modelId="{BF35B03F-2B7E-4B12-B388-2BB4C1EC2BC5}" type="pres">
      <dgm:prSet presAssocID="{F541D881-E9B3-4162-B26E-611166A60631}" presName="root" presStyleCnt="0">
        <dgm:presLayoutVars>
          <dgm:dir/>
          <dgm:resizeHandles val="exact"/>
        </dgm:presLayoutVars>
      </dgm:prSet>
      <dgm:spPr/>
    </dgm:pt>
    <dgm:pt modelId="{4FE98D46-D1D5-4545-BA36-FAE403D7BA62}" type="pres">
      <dgm:prSet presAssocID="{0779B3F4-CE3C-4B9D-887B-D2A5EA55B659}" presName="compNode" presStyleCnt="0"/>
      <dgm:spPr/>
    </dgm:pt>
    <dgm:pt modelId="{128B3FF1-AA69-4C45-805B-C6B9D71A6A75}" type="pres">
      <dgm:prSet presAssocID="{0779B3F4-CE3C-4B9D-887B-D2A5EA55B65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447A6B-2DD5-4081-97DC-E6878745A74F}" type="pres">
      <dgm:prSet presAssocID="{0779B3F4-CE3C-4B9D-887B-D2A5EA55B6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B8ECA96-6216-49E9-B466-A8A6E718D69C}" type="pres">
      <dgm:prSet presAssocID="{0779B3F4-CE3C-4B9D-887B-D2A5EA55B659}" presName="spaceRect" presStyleCnt="0"/>
      <dgm:spPr/>
    </dgm:pt>
    <dgm:pt modelId="{99AA6825-C7A4-4366-A5B0-D4D8DD593B51}" type="pres">
      <dgm:prSet presAssocID="{0779B3F4-CE3C-4B9D-887B-D2A5EA55B659}" presName="textRect" presStyleLbl="revTx" presStyleIdx="0" presStyleCnt="3">
        <dgm:presLayoutVars>
          <dgm:chMax val="1"/>
          <dgm:chPref val="1"/>
        </dgm:presLayoutVars>
      </dgm:prSet>
      <dgm:spPr/>
    </dgm:pt>
    <dgm:pt modelId="{D1A1AE1C-96F6-4560-8348-31D484C33DAE}" type="pres">
      <dgm:prSet presAssocID="{9A047F40-C8E0-46FF-A4C4-36A430A57CA6}" presName="sibTrans" presStyleCnt="0"/>
      <dgm:spPr/>
    </dgm:pt>
    <dgm:pt modelId="{E354C6CA-298A-4418-93BA-BA582FB91F4F}" type="pres">
      <dgm:prSet presAssocID="{17747F6B-43C6-49D0-9FAC-92C7635BC4A1}" presName="compNode" presStyleCnt="0"/>
      <dgm:spPr/>
    </dgm:pt>
    <dgm:pt modelId="{2C8FA34A-5BCB-47E1-82EB-6F473E6FEEE1}" type="pres">
      <dgm:prSet presAssocID="{17747F6B-43C6-49D0-9FAC-92C7635BC4A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5CAA28B-3F7D-4893-AC74-CE6019FE95B5}" type="pres">
      <dgm:prSet presAssocID="{17747F6B-43C6-49D0-9FAC-92C7635BC4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7B01ED25-D0AC-4C8C-8DED-23782F0111E5}" type="pres">
      <dgm:prSet presAssocID="{17747F6B-43C6-49D0-9FAC-92C7635BC4A1}" presName="spaceRect" presStyleCnt="0"/>
      <dgm:spPr/>
    </dgm:pt>
    <dgm:pt modelId="{56A12EA7-81A3-47E0-A033-01BDC8A18243}" type="pres">
      <dgm:prSet presAssocID="{17747F6B-43C6-49D0-9FAC-92C7635BC4A1}" presName="textRect" presStyleLbl="revTx" presStyleIdx="1" presStyleCnt="3">
        <dgm:presLayoutVars>
          <dgm:chMax val="1"/>
          <dgm:chPref val="1"/>
        </dgm:presLayoutVars>
      </dgm:prSet>
      <dgm:spPr/>
    </dgm:pt>
    <dgm:pt modelId="{CFF5692E-FC2C-48E9-8C01-7FEF14A91FB6}" type="pres">
      <dgm:prSet presAssocID="{E6C531E4-C92F-400C-90B2-90AE09EAB9D4}" presName="sibTrans" presStyleCnt="0"/>
      <dgm:spPr/>
    </dgm:pt>
    <dgm:pt modelId="{820D1D97-120D-407A-A584-6CE096DFBD24}" type="pres">
      <dgm:prSet presAssocID="{8C516D6D-94CE-44BE-83FB-DF07C92908FD}" presName="compNode" presStyleCnt="0"/>
      <dgm:spPr/>
    </dgm:pt>
    <dgm:pt modelId="{5FE591E8-4E13-4671-B5E1-270E0783C7EB}" type="pres">
      <dgm:prSet presAssocID="{8C516D6D-94CE-44BE-83FB-DF07C92908F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B7DDB39-3128-4712-B8FB-AF7E4DFBD811}" type="pres">
      <dgm:prSet presAssocID="{8C516D6D-94CE-44BE-83FB-DF07C92908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EEFE3ED-19C0-45A9-BD63-F2BB716DDF6C}" type="pres">
      <dgm:prSet presAssocID="{8C516D6D-94CE-44BE-83FB-DF07C92908FD}" presName="spaceRect" presStyleCnt="0"/>
      <dgm:spPr/>
    </dgm:pt>
    <dgm:pt modelId="{83376590-A37F-417F-A46B-4F9799780437}" type="pres">
      <dgm:prSet presAssocID="{8C516D6D-94CE-44BE-83FB-DF07C92908F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ED16635-7C57-423C-9C68-DDEF9B39C904}" srcId="{F541D881-E9B3-4162-B26E-611166A60631}" destId="{0779B3F4-CE3C-4B9D-887B-D2A5EA55B659}" srcOrd="0" destOrd="0" parTransId="{E70D18BF-9EF1-43A9-8396-7390CFEA6BDE}" sibTransId="{9A047F40-C8E0-46FF-A4C4-36A430A57CA6}"/>
    <dgm:cxn modelId="{67961D60-6581-4C10-A262-97E730E73411}" type="presOf" srcId="{F541D881-E9B3-4162-B26E-611166A60631}" destId="{BF35B03F-2B7E-4B12-B388-2BB4C1EC2BC5}" srcOrd="0" destOrd="0" presId="urn:microsoft.com/office/officeart/2018/5/layout/IconLeafLabelList"/>
    <dgm:cxn modelId="{417E8F65-D56A-4BE4-8BF8-136EEB8FFCE8}" type="presOf" srcId="{8C516D6D-94CE-44BE-83FB-DF07C92908FD}" destId="{83376590-A37F-417F-A46B-4F9799780437}" srcOrd="0" destOrd="0" presId="urn:microsoft.com/office/officeart/2018/5/layout/IconLeafLabelList"/>
    <dgm:cxn modelId="{F088CD90-CC3C-4BBE-A786-A47BA250D579}" srcId="{F541D881-E9B3-4162-B26E-611166A60631}" destId="{8C516D6D-94CE-44BE-83FB-DF07C92908FD}" srcOrd="2" destOrd="0" parTransId="{6D6BC8C0-CF8D-44A9-A084-F95A30ED576C}" sibTransId="{17FACBB3-DB21-42CE-8C7B-AF0087079AFD}"/>
    <dgm:cxn modelId="{89B8AFAD-27CC-4E99-B348-C3C861DCB965}" type="presOf" srcId="{0779B3F4-CE3C-4B9D-887B-D2A5EA55B659}" destId="{99AA6825-C7A4-4366-A5B0-D4D8DD593B51}" srcOrd="0" destOrd="0" presId="urn:microsoft.com/office/officeart/2018/5/layout/IconLeafLabelList"/>
    <dgm:cxn modelId="{D91B04C2-002C-4B14-A82E-B7178689AF34}" srcId="{F541D881-E9B3-4162-B26E-611166A60631}" destId="{17747F6B-43C6-49D0-9FAC-92C7635BC4A1}" srcOrd="1" destOrd="0" parTransId="{9B30AF21-BDE6-4643-86A3-CF4434B83CDB}" sibTransId="{E6C531E4-C92F-400C-90B2-90AE09EAB9D4}"/>
    <dgm:cxn modelId="{9B47DBF8-2A00-4A71-B31E-0BF3D2B2DA9E}" type="presOf" srcId="{17747F6B-43C6-49D0-9FAC-92C7635BC4A1}" destId="{56A12EA7-81A3-47E0-A033-01BDC8A18243}" srcOrd="0" destOrd="0" presId="urn:microsoft.com/office/officeart/2018/5/layout/IconLeafLabelList"/>
    <dgm:cxn modelId="{6106466B-B961-4853-A814-820078A85F97}" type="presParOf" srcId="{BF35B03F-2B7E-4B12-B388-2BB4C1EC2BC5}" destId="{4FE98D46-D1D5-4545-BA36-FAE403D7BA62}" srcOrd="0" destOrd="0" presId="urn:microsoft.com/office/officeart/2018/5/layout/IconLeafLabelList"/>
    <dgm:cxn modelId="{9CE8F9A6-C0F5-4648-A522-858514B43D71}" type="presParOf" srcId="{4FE98D46-D1D5-4545-BA36-FAE403D7BA62}" destId="{128B3FF1-AA69-4C45-805B-C6B9D71A6A75}" srcOrd="0" destOrd="0" presId="urn:microsoft.com/office/officeart/2018/5/layout/IconLeafLabelList"/>
    <dgm:cxn modelId="{38271CCC-83EC-41DB-A41D-58079DE7B368}" type="presParOf" srcId="{4FE98D46-D1D5-4545-BA36-FAE403D7BA62}" destId="{1F447A6B-2DD5-4081-97DC-E6878745A74F}" srcOrd="1" destOrd="0" presId="urn:microsoft.com/office/officeart/2018/5/layout/IconLeafLabelList"/>
    <dgm:cxn modelId="{2431D1C5-F6E8-4BE6-9E63-F5D364433765}" type="presParOf" srcId="{4FE98D46-D1D5-4545-BA36-FAE403D7BA62}" destId="{8B8ECA96-6216-49E9-B466-A8A6E718D69C}" srcOrd="2" destOrd="0" presId="urn:microsoft.com/office/officeart/2018/5/layout/IconLeafLabelList"/>
    <dgm:cxn modelId="{0A0C56BF-33AB-43DA-9A05-1CB4E28410B0}" type="presParOf" srcId="{4FE98D46-D1D5-4545-BA36-FAE403D7BA62}" destId="{99AA6825-C7A4-4366-A5B0-D4D8DD593B51}" srcOrd="3" destOrd="0" presId="urn:microsoft.com/office/officeart/2018/5/layout/IconLeafLabelList"/>
    <dgm:cxn modelId="{8FACC2D0-EF13-43BD-8B61-A04C6FD78CA3}" type="presParOf" srcId="{BF35B03F-2B7E-4B12-B388-2BB4C1EC2BC5}" destId="{D1A1AE1C-96F6-4560-8348-31D484C33DAE}" srcOrd="1" destOrd="0" presId="urn:microsoft.com/office/officeart/2018/5/layout/IconLeafLabelList"/>
    <dgm:cxn modelId="{45D78541-85BD-40D8-8AFB-8F6EE012CC89}" type="presParOf" srcId="{BF35B03F-2B7E-4B12-B388-2BB4C1EC2BC5}" destId="{E354C6CA-298A-4418-93BA-BA582FB91F4F}" srcOrd="2" destOrd="0" presId="urn:microsoft.com/office/officeart/2018/5/layout/IconLeafLabelList"/>
    <dgm:cxn modelId="{BE594AD1-A96E-434C-A8B4-986311B6C0E5}" type="presParOf" srcId="{E354C6CA-298A-4418-93BA-BA582FB91F4F}" destId="{2C8FA34A-5BCB-47E1-82EB-6F473E6FEEE1}" srcOrd="0" destOrd="0" presId="urn:microsoft.com/office/officeart/2018/5/layout/IconLeafLabelList"/>
    <dgm:cxn modelId="{60C12570-3251-44FD-859F-34FA42E32B31}" type="presParOf" srcId="{E354C6CA-298A-4418-93BA-BA582FB91F4F}" destId="{F5CAA28B-3F7D-4893-AC74-CE6019FE95B5}" srcOrd="1" destOrd="0" presId="urn:microsoft.com/office/officeart/2018/5/layout/IconLeafLabelList"/>
    <dgm:cxn modelId="{27E4F703-1CE8-4410-9F1F-3D3B66B594B4}" type="presParOf" srcId="{E354C6CA-298A-4418-93BA-BA582FB91F4F}" destId="{7B01ED25-D0AC-4C8C-8DED-23782F0111E5}" srcOrd="2" destOrd="0" presId="urn:microsoft.com/office/officeart/2018/5/layout/IconLeafLabelList"/>
    <dgm:cxn modelId="{34252CA3-2AD2-4D51-B706-3DF4D7C8C60E}" type="presParOf" srcId="{E354C6CA-298A-4418-93BA-BA582FB91F4F}" destId="{56A12EA7-81A3-47E0-A033-01BDC8A18243}" srcOrd="3" destOrd="0" presId="urn:microsoft.com/office/officeart/2018/5/layout/IconLeafLabelList"/>
    <dgm:cxn modelId="{1B871531-48BE-4591-B080-2A2025D8EB4A}" type="presParOf" srcId="{BF35B03F-2B7E-4B12-B388-2BB4C1EC2BC5}" destId="{CFF5692E-FC2C-48E9-8C01-7FEF14A91FB6}" srcOrd="3" destOrd="0" presId="urn:microsoft.com/office/officeart/2018/5/layout/IconLeafLabelList"/>
    <dgm:cxn modelId="{0E3E5CF9-F4CF-49FC-8688-39D6CB307CF9}" type="presParOf" srcId="{BF35B03F-2B7E-4B12-B388-2BB4C1EC2BC5}" destId="{820D1D97-120D-407A-A584-6CE096DFBD24}" srcOrd="4" destOrd="0" presId="urn:microsoft.com/office/officeart/2018/5/layout/IconLeafLabelList"/>
    <dgm:cxn modelId="{D282B994-4C1F-475A-A4C6-DDE167F270D7}" type="presParOf" srcId="{820D1D97-120D-407A-A584-6CE096DFBD24}" destId="{5FE591E8-4E13-4671-B5E1-270E0783C7EB}" srcOrd="0" destOrd="0" presId="urn:microsoft.com/office/officeart/2018/5/layout/IconLeafLabelList"/>
    <dgm:cxn modelId="{8973D854-8065-4219-B38A-B2D11E28384B}" type="presParOf" srcId="{820D1D97-120D-407A-A584-6CE096DFBD24}" destId="{AB7DDB39-3128-4712-B8FB-AF7E4DFBD811}" srcOrd="1" destOrd="0" presId="urn:microsoft.com/office/officeart/2018/5/layout/IconLeafLabelList"/>
    <dgm:cxn modelId="{5C67E3B2-1DC9-430A-970F-8BFD54457E51}" type="presParOf" srcId="{820D1D97-120D-407A-A584-6CE096DFBD24}" destId="{EEEFE3ED-19C0-45A9-BD63-F2BB716DDF6C}" srcOrd="2" destOrd="0" presId="urn:microsoft.com/office/officeart/2018/5/layout/IconLeafLabelList"/>
    <dgm:cxn modelId="{D9D61EFF-EBAC-4521-B1A5-1121B770C097}" type="presParOf" srcId="{820D1D97-120D-407A-A584-6CE096DFBD24}" destId="{83376590-A37F-417F-A46B-4F979978043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4DE9ACE-018E-4715-AA2C-620C23A8FEA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13FA6C-5443-4DC5-8140-554DCD7FAFAC}">
      <dgm:prSet/>
      <dgm:spPr/>
      <dgm:t>
        <a:bodyPr/>
        <a:lstStyle/>
        <a:p>
          <a:r>
            <a:rPr lang="en-US"/>
            <a:t>I/O burst modeling</a:t>
          </a:r>
        </a:p>
      </dgm:t>
    </dgm:pt>
    <dgm:pt modelId="{2C8D520F-7061-4FF1-9B47-ACC08688937A}" type="parTrans" cxnId="{9B93A5AA-7F7E-4956-8424-0A222913C47E}">
      <dgm:prSet/>
      <dgm:spPr/>
      <dgm:t>
        <a:bodyPr/>
        <a:lstStyle/>
        <a:p>
          <a:endParaRPr lang="en-US"/>
        </a:p>
      </dgm:t>
    </dgm:pt>
    <dgm:pt modelId="{BA49B78B-E8BB-4DBD-88A1-4E1CB14CBB50}" type="sibTrans" cxnId="{9B93A5AA-7F7E-4956-8424-0A222913C47E}">
      <dgm:prSet/>
      <dgm:spPr/>
      <dgm:t>
        <a:bodyPr/>
        <a:lstStyle/>
        <a:p>
          <a:endParaRPr lang="en-US"/>
        </a:p>
      </dgm:t>
    </dgm:pt>
    <dgm:pt modelId="{5FB3863B-C618-450E-8567-6347DFFE563F}">
      <dgm:prSet/>
      <dgm:spPr/>
      <dgm:t>
        <a:bodyPr/>
        <a:lstStyle/>
        <a:p>
          <a:r>
            <a:rPr lang="en-US"/>
            <a:t>Real-time scheduling</a:t>
          </a:r>
        </a:p>
      </dgm:t>
    </dgm:pt>
    <dgm:pt modelId="{CEA46ACC-3D18-4220-9581-D07EBD033665}" type="parTrans" cxnId="{2ADE6438-87F6-4F08-87E5-78613A62BE8B}">
      <dgm:prSet/>
      <dgm:spPr/>
      <dgm:t>
        <a:bodyPr/>
        <a:lstStyle/>
        <a:p>
          <a:endParaRPr lang="en-US"/>
        </a:p>
      </dgm:t>
    </dgm:pt>
    <dgm:pt modelId="{A5636677-2F24-49A8-93A2-5C1D70689065}" type="sibTrans" cxnId="{2ADE6438-87F6-4F08-87E5-78613A62BE8B}">
      <dgm:prSet/>
      <dgm:spPr/>
      <dgm:t>
        <a:bodyPr/>
        <a:lstStyle/>
        <a:p>
          <a:endParaRPr lang="en-US"/>
        </a:p>
      </dgm:t>
    </dgm:pt>
    <dgm:pt modelId="{715DEE42-E7E3-4E74-A694-7737952D4EDA}">
      <dgm:prSet/>
      <dgm:spPr/>
      <dgm:t>
        <a:bodyPr/>
        <a:lstStyle/>
        <a:p>
          <a:r>
            <a:rPr lang="en-US"/>
            <a:t>Multiprocessor support</a:t>
          </a:r>
        </a:p>
      </dgm:t>
    </dgm:pt>
    <dgm:pt modelId="{D7582271-89E3-4106-BE1C-A004E72357B5}" type="parTrans" cxnId="{21C30812-F88C-4B8D-B06F-1053FA0D9187}">
      <dgm:prSet/>
      <dgm:spPr/>
      <dgm:t>
        <a:bodyPr/>
        <a:lstStyle/>
        <a:p>
          <a:endParaRPr lang="en-US"/>
        </a:p>
      </dgm:t>
    </dgm:pt>
    <dgm:pt modelId="{96F22005-9F9F-4F5E-9980-E179DA8481FA}" type="sibTrans" cxnId="{21C30812-F88C-4B8D-B06F-1053FA0D9187}">
      <dgm:prSet/>
      <dgm:spPr/>
      <dgm:t>
        <a:bodyPr/>
        <a:lstStyle/>
        <a:p>
          <a:endParaRPr lang="en-US"/>
        </a:p>
      </dgm:t>
    </dgm:pt>
    <dgm:pt modelId="{A04A09E2-2B56-4B24-AB8A-CE9CD0537A93}">
      <dgm:prSet/>
      <dgm:spPr/>
      <dgm:t>
        <a:bodyPr/>
        <a:lstStyle/>
        <a:p>
          <a:r>
            <a:rPr lang="en-US"/>
            <a:t>GUI visualization</a:t>
          </a:r>
        </a:p>
      </dgm:t>
    </dgm:pt>
    <dgm:pt modelId="{D7585ADD-EAB5-4224-A47A-AE4EF78FA984}" type="parTrans" cxnId="{E4575832-1271-4E1E-BE0C-0E8A7A4AFAB0}">
      <dgm:prSet/>
      <dgm:spPr/>
      <dgm:t>
        <a:bodyPr/>
        <a:lstStyle/>
        <a:p>
          <a:endParaRPr lang="en-US"/>
        </a:p>
      </dgm:t>
    </dgm:pt>
    <dgm:pt modelId="{6F645ABB-B510-44F5-AA80-9771281E3C48}" type="sibTrans" cxnId="{E4575832-1271-4E1E-BE0C-0E8A7A4AFAB0}">
      <dgm:prSet/>
      <dgm:spPr/>
      <dgm:t>
        <a:bodyPr/>
        <a:lstStyle/>
        <a:p>
          <a:endParaRPr lang="en-US"/>
        </a:p>
      </dgm:t>
    </dgm:pt>
    <dgm:pt modelId="{91FA2DA2-4577-4EB3-BE95-939E800AB75E}" type="pres">
      <dgm:prSet presAssocID="{84DE9ACE-018E-4715-AA2C-620C23A8FEA8}" presName="root" presStyleCnt="0">
        <dgm:presLayoutVars>
          <dgm:dir/>
          <dgm:resizeHandles val="exact"/>
        </dgm:presLayoutVars>
      </dgm:prSet>
      <dgm:spPr/>
    </dgm:pt>
    <dgm:pt modelId="{ED5689D6-8C4B-4CAF-B236-BA05F554A98A}" type="pres">
      <dgm:prSet presAssocID="{2213FA6C-5443-4DC5-8140-554DCD7FAFAC}" presName="compNode" presStyleCnt="0"/>
      <dgm:spPr/>
    </dgm:pt>
    <dgm:pt modelId="{ADEEE8BB-11B1-437E-879F-8B9ADA04AB92}" type="pres">
      <dgm:prSet presAssocID="{2213FA6C-5443-4DC5-8140-554DCD7FAF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400E622-E33D-4A74-A123-5D14DD25FA6B}" type="pres">
      <dgm:prSet presAssocID="{2213FA6C-5443-4DC5-8140-554DCD7FAFAC}" presName="spaceRect" presStyleCnt="0"/>
      <dgm:spPr/>
    </dgm:pt>
    <dgm:pt modelId="{D7520835-A7B1-4D10-A95B-10BF6EF8B422}" type="pres">
      <dgm:prSet presAssocID="{2213FA6C-5443-4DC5-8140-554DCD7FAFAC}" presName="textRect" presStyleLbl="revTx" presStyleIdx="0" presStyleCnt="4">
        <dgm:presLayoutVars>
          <dgm:chMax val="1"/>
          <dgm:chPref val="1"/>
        </dgm:presLayoutVars>
      </dgm:prSet>
      <dgm:spPr/>
    </dgm:pt>
    <dgm:pt modelId="{71B309E7-837B-4854-8E4F-F5F12878BC82}" type="pres">
      <dgm:prSet presAssocID="{BA49B78B-E8BB-4DBD-88A1-4E1CB14CBB50}" presName="sibTrans" presStyleCnt="0"/>
      <dgm:spPr/>
    </dgm:pt>
    <dgm:pt modelId="{14D7D50C-7914-461E-94F4-06560E6ECE4E}" type="pres">
      <dgm:prSet presAssocID="{5FB3863B-C618-450E-8567-6347DFFE563F}" presName="compNode" presStyleCnt="0"/>
      <dgm:spPr/>
    </dgm:pt>
    <dgm:pt modelId="{B2ADD70D-1CF9-4B68-A03B-01F84503D4B6}" type="pres">
      <dgm:prSet presAssocID="{5FB3863B-C618-450E-8567-6347DFFE56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79766DA0-2EE5-47C8-AD90-47DE886E73F9}" type="pres">
      <dgm:prSet presAssocID="{5FB3863B-C618-450E-8567-6347DFFE563F}" presName="spaceRect" presStyleCnt="0"/>
      <dgm:spPr/>
    </dgm:pt>
    <dgm:pt modelId="{21946693-DB59-47A1-9099-8EA239BDB11F}" type="pres">
      <dgm:prSet presAssocID="{5FB3863B-C618-450E-8567-6347DFFE563F}" presName="textRect" presStyleLbl="revTx" presStyleIdx="1" presStyleCnt="4">
        <dgm:presLayoutVars>
          <dgm:chMax val="1"/>
          <dgm:chPref val="1"/>
        </dgm:presLayoutVars>
      </dgm:prSet>
      <dgm:spPr/>
    </dgm:pt>
    <dgm:pt modelId="{1DAED8F5-59C2-4CCF-AA2E-A5DFE7AE9B2E}" type="pres">
      <dgm:prSet presAssocID="{A5636677-2F24-49A8-93A2-5C1D70689065}" presName="sibTrans" presStyleCnt="0"/>
      <dgm:spPr/>
    </dgm:pt>
    <dgm:pt modelId="{6E789856-CCA5-4C90-A727-66EF25AB4E45}" type="pres">
      <dgm:prSet presAssocID="{715DEE42-E7E3-4E74-A694-7737952D4EDA}" presName="compNode" presStyleCnt="0"/>
      <dgm:spPr/>
    </dgm:pt>
    <dgm:pt modelId="{5FA2DB57-B726-4C2D-894A-9077427358ED}" type="pres">
      <dgm:prSet presAssocID="{715DEE42-E7E3-4E74-A694-7737952D4E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1BDC000-5C14-4E66-83B5-9CD698D36228}" type="pres">
      <dgm:prSet presAssocID="{715DEE42-E7E3-4E74-A694-7737952D4EDA}" presName="spaceRect" presStyleCnt="0"/>
      <dgm:spPr/>
    </dgm:pt>
    <dgm:pt modelId="{31217638-89A5-492B-9AD7-13310FAD81BB}" type="pres">
      <dgm:prSet presAssocID="{715DEE42-E7E3-4E74-A694-7737952D4EDA}" presName="textRect" presStyleLbl="revTx" presStyleIdx="2" presStyleCnt="4">
        <dgm:presLayoutVars>
          <dgm:chMax val="1"/>
          <dgm:chPref val="1"/>
        </dgm:presLayoutVars>
      </dgm:prSet>
      <dgm:spPr/>
    </dgm:pt>
    <dgm:pt modelId="{8FC06F21-72DC-4642-A862-BE6A5B240F0F}" type="pres">
      <dgm:prSet presAssocID="{96F22005-9F9F-4F5E-9980-E179DA8481FA}" presName="sibTrans" presStyleCnt="0"/>
      <dgm:spPr/>
    </dgm:pt>
    <dgm:pt modelId="{12499081-88A0-4A8A-8A76-A92CF8356933}" type="pres">
      <dgm:prSet presAssocID="{A04A09E2-2B56-4B24-AB8A-CE9CD0537A93}" presName="compNode" presStyleCnt="0"/>
      <dgm:spPr/>
    </dgm:pt>
    <dgm:pt modelId="{7537119D-45D5-465B-AA99-F55B8DFC0DFD}" type="pres">
      <dgm:prSet presAssocID="{A04A09E2-2B56-4B24-AB8A-CE9CD0537A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C87139B-1E14-4FF6-9673-A27DEE5243E2}" type="pres">
      <dgm:prSet presAssocID="{A04A09E2-2B56-4B24-AB8A-CE9CD0537A93}" presName="spaceRect" presStyleCnt="0"/>
      <dgm:spPr/>
    </dgm:pt>
    <dgm:pt modelId="{010CA5D8-9293-48AF-8E0F-9FFF643E303D}" type="pres">
      <dgm:prSet presAssocID="{A04A09E2-2B56-4B24-AB8A-CE9CD0537A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1C30812-F88C-4B8D-B06F-1053FA0D9187}" srcId="{84DE9ACE-018E-4715-AA2C-620C23A8FEA8}" destId="{715DEE42-E7E3-4E74-A694-7737952D4EDA}" srcOrd="2" destOrd="0" parTransId="{D7582271-89E3-4106-BE1C-A004E72357B5}" sibTransId="{96F22005-9F9F-4F5E-9980-E179DA8481FA}"/>
    <dgm:cxn modelId="{B6632A12-8A06-448E-8E5B-AB8536D018B6}" type="presOf" srcId="{A04A09E2-2B56-4B24-AB8A-CE9CD0537A93}" destId="{010CA5D8-9293-48AF-8E0F-9FFF643E303D}" srcOrd="0" destOrd="0" presId="urn:microsoft.com/office/officeart/2018/2/layout/IconLabelList"/>
    <dgm:cxn modelId="{89400F24-DAC8-4C68-9C92-5F71D2292B81}" type="presOf" srcId="{5FB3863B-C618-450E-8567-6347DFFE563F}" destId="{21946693-DB59-47A1-9099-8EA239BDB11F}" srcOrd="0" destOrd="0" presId="urn:microsoft.com/office/officeart/2018/2/layout/IconLabelList"/>
    <dgm:cxn modelId="{E4575832-1271-4E1E-BE0C-0E8A7A4AFAB0}" srcId="{84DE9ACE-018E-4715-AA2C-620C23A8FEA8}" destId="{A04A09E2-2B56-4B24-AB8A-CE9CD0537A93}" srcOrd="3" destOrd="0" parTransId="{D7585ADD-EAB5-4224-A47A-AE4EF78FA984}" sibTransId="{6F645ABB-B510-44F5-AA80-9771281E3C48}"/>
    <dgm:cxn modelId="{2ADE6438-87F6-4F08-87E5-78613A62BE8B}" srcId="{84DE9ACE-018E-4715-AA2C-620C23A8FEA8}" destId="{5FB3863B-C618-450E-8567-6347DFFE563F}" srcOrd="1" destOrd="0" parTransId="{CEA46ACC-3D18-4220-9581-D07EBD033665}" sibTransId="{A5636677-2F24-49A8-93A2-5C1D70689065}"/>
    <dgm:cxn modelId="{4D323680-EC63-4DA0-B209-55070335B95E}" type="presOf" srcId="{2213FA6C-5443-4DC5-8140-554DCD7FAFAC}" destId="{D7520835-A7B1-4D10-A95B-10BF6EF8B422}" srcOrd="0" destOrd="0" presId="urn:microsoft.com/office/officeart/2018/2/layout/IconLabelList"/>
    <dgm:cxn modelId="{9B93A5AA-7F7E-4956-8424-0A222913C47E}" srcId="{84DE9ACE-018E-4715-AA2C-620C23A8FEA8}" destId="{2213FA6C-5443-4DC5-8140-554DCD7FAFAC}" srcOrd="0" destOrd="0" parTransId="{2C8D520F-7061-4FF1-9B47-ACC08688937A}" sibTransId="{BA49B78B-E8BB-4DBD-88A1-4E1CB14CBB50}"/>
    <dgm:cxn modelId="{116D21C3-4D80-476F-B8AA-027F28948EF9}" type="presOf" srcId="{84DE9ACE-018E-4715-AA2C-620C23A8FEA8}" destId="{91FA2DA2-4577-4EB3-BE95-939E800AB75E}" srcOrd="0" destOrd="0" presId="urn:microsoft.com/office/officeart/2018/2/layout/IconLabelList"/>
    <dgm:cxn modelId="{03BD81CC-859B-4F13-8241-1DFAAB5EDF66}" type="presOf" srcId="{715DEE42-E7E3-4E74-A694-7737952D4EDA}" destId="{31217638-89A5-492B-9AD7-13310FAD81BB}" srcOrd="0" destOrd="0" presId="urn:microsoft.com/office/officeart/2018/2/layout/IconLabelList"/>
    <dgm:cxn modelId="{0F7A7078-3117-43DB-BF9A-AE4E5CD918D3}" type="presParOf" srcId="{91FA2DA2-4577-4EB3-BE95-939E800AB75E}" destId="{ED5689D6-8C4B-4CAF-B236-BA05F554A98A}" srcOrd="0" destOrd="0" presId="urn:microsoft.com/office/officeart/2018/2/layout/IconLabelList"/>
    <dgm:cxn modelId="{ABD16EF4-93C0-4232-AD0D-B661364C6A9D}" type="presParOf" srcId="{ED5689D6-8C4B-4CAF-B236-BA05F554A98A}" destId="{ADEEE8BB-11B1-437E-879F-8B9ADA04AB92}" srcOrd="0" destOrd="0" presId="urn:microsoft.com/office/officeart/2018/2/layout/IconLabelList"/>
    <dgm:cxn modelId="{D175D3B2-E200-43E8-9466-3121CD5510C2}" type="presParOf" srcId="{ED5689D6-8C4B-4CAF-B236-BA05F554A98A}" destId="{B400E622-E33D-4A74-A123-5D14DD25FA6B}" srcOrd="1" destOrd="0" presId="urn:microsoft.com/office/officeart/2018/2/layout/IconLabelList"/>
    <dgm:cxn modelId="{3294A964-B1FF-4E94-9085-5DEA82B0EB3F}" type="presParOf" srcId="{ED5689D6-8C4B-4CAF-B236-BA05F554A98A}" destId="{D7520835-A7B1-4D10-A95B-10BF6EF8B422}" srcOrd="2" destOrd="0" presId="urn:microsoft.com/office/officeart/2018/2/layout/IconLabelList"/>
    <dgm:cxn modelId="{A901FE3B-78D0-4789-AA1D-235624150E52}" type="presParOf" srcId="{91FA2DA2-4577-4EB3-BE95-939E800AB75E}" destId="{71B309E7-837B-4854-8E4F-F5F12878BC82}" srcOrd="1" destOrd="0" presId="urn:microsoft.com/office/officeart/2018/2/layout/IconLabelList"/>
    <dgm:cxn modelId="{7DC70A71-9C60-4BF7-89D7-F3BCCB784707}" type="presParOf" srcId="{91FA2DA2-4577-4EB3-BE95-939E800AB75E}" destId="{14D7D50C-7914-461E-94F4-06560E6ECE4E}" srcOrd="2" destOrd="0" presId="urn:microsoft.com/office/officeart/2018/2/layout/IconLabelList"/>
    <dgm:cxn modelId="{D1B12B35-79CC-4D50-BDAE-F1BC1B0FA3EB}" type="presParOf" srcId="{14D7D50C-7914-461E-94F4-06560E6ECE4E}" destId="{B2ADD70D-1CF9-4B68-A03B-01F84503D4B6}" srcOrd="0" destOrd="0" presId="urn:microsoft.com/office/officeart/2018/2/layout/IconLabelList"/>
    <dgm:cxn modelId="{AA4B0499-4CA6-4419-88B9-3D78091E021F}" type="presParOf" srcId="{14D7D50C-7914-461E-94F4-06560E6ECE4E}" destId="{79766DA0-2EE5-47C8-AD90-47DE886E73F9}" srcOrd="1" destOrd="0" presId="urn:microsoft.com/office/officeart/2018/2/layout/IconLabelList"/>
    <dgm:cxn modelId="{65D58EE4-585C-4509-83A5-7FF29B9DD7C6}" type="presParOf" srcId="{14D7D50C-7914-461E-94F4-06560E6ECE4E}" destId="{21946693-DB59-47A1-9099-8EA239BDB11F}" srcOrd="2" destOrd="0" presId="urn:microsoft.com/office/officeart/2018/2/layout/IconLabelList"/>
    <dgm:cxn modelId="{A56D0AE2-DBBE-45F8-8B68-0845FA35E8B7}" type="presParOf" srcId="{91FA2DA2-4577-4EB3-BE95-939E800AB75E}" destId="{1DAED8F5-59C2-4CCF-AA2E-A5DFE7AE9B2E}" srcOrd="3" destOrd="0" presId="urn:microsoft.com/office/officeart/2018/2/layout/IconLabelList"/>
    <dgm:cxn modelId="{5A6A6347-E25A-4A41-85D6-6BCFA84A29B6}" type="presParOf" srcId="{91FA2DA2-4577-4EB3-BE95-939E800AB75E}" destId="{6E789856-CCA5-4C90-A727-66EF25AB4E45}" srcOrd="4" destOrd="0" presId="urn:microsoft.com/office/officeart/2018/2/layout/IconLabelList"/>
    <dgm:cxn modelId="{0A63F09E-1EF6-498D-B3F9-47A39F04C244}" type="presParOf" srcId="{6E789856-CCA5-4C90-A727-66EF25AB4E45}" destId="{5FA2DB57-B726-4C2D-894A-9077427358ED}" srcOrd="0" destOrd="0" presId="urn:microsoft.com/office/officeart/2018/2/layout/IconLabelList"/>
    <dgm:cxn modelId="{5DDEAA78-1969-45F3-BE25-D1585D5C0246}" type="presParOf" srcId="{6E789856-CCA5-4C90-A727-66EF25AB4E45}" destId="{81BDC000-5C14-4E66-83B5-9CD698D36228}" srcOrd="1" destOrd="0" presId="urn:microsoft.com/office/officeart/2018/2/layout/IconLabelList"/>
    <dgm:cxn modelId="{9CE74CC5-4707-4EF4-BAFD-A7ABA60ED3CA}" type="presParOf" srcId="{6E789856-CCA5-4C90-A727-66EF25AB4E45}" destId="{31217638-89A5-492B-9AD7-13310FAD81BB}" srcOrd="2" destOrd="0" presId="urn:microsoft.com/office/officeart/2018/2/layout/IconLabelList"/>
    <dgm:cxn modelId="{A7D16041-BEF6-4BD5-9F23-A6BE07CA8359}" type="presParOf" srcId="{91FA2DA2-4577-4EB3-BE95-939E800AB75E}" destId="{8FC06F21-72DC-4642-A862-BE6A5B240F0F}" srcOrd="5" destOrd="0" presId="urn:microsoft.com/office/officeart/2018/2/layout/IconLabelList"/>
    <dgm:cxn modelId="{D2BF8620-3557-4584-9A9D-CA35C0EE9ED1}" type="presParOf" srcId="{91FA2DA2-4577-4EB3-BE95-939E800AB75E}" destId="{12499081-88A0-4A8A-8A76-A92CF8356933}" srcOrd="6" destOrd="0" presId="urn:microsoft.com/office/officeart/2018/2/layout/IconLabelList"/>
    <dgm:cxn modelId="{7F58F70B-6B4A-4937-83E5-7A76FF633940}" type="presParOf" srcId="{12499081-88A0-4A8A-8A76-A92CF8356933}" destId="{7537119D-45D5-465B-AA99-F55B8DFC0DFD}" srcOrd="0" destOrd="0" presId="urn:microsoft.com/office/officeart/2018/2/layout/IconLabelList"/>
    <dgm:cxn modelId="{AFE8323F-368C-41E1-9589-CFD7860C36E5}" type="presParOf" srcId="{12499081-88A0-4A8A-8A76-A92CF8356933}" destId="{8C87139B-1E14-4FF6-9673-A27DEE5243E2}" srcOrd="1" destOrd="0" presId="urn:microsoft.com/office/officeart/2018/2/layout/IconLabelList"/>
    <dgm:cxn modelId="{17F8B4BA-BA87-4656-B76D-7EE3FDB3D225}" type="presParOf" srcId="{12499081-88A0-4A8A-8A76-A92CF8356933}" destId="{010CA5D8-9293-48AF-8E0F-9FFF643E303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25F389-222B-4D2A-9CC1-8897F15473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66C17DB-AE5F-4941-8A28-48D75EC98945}">
      <dgm:prSet/>
      <dgm:spPr/>
      <dgm:t>
        <a:bodyPr/>
        <a:lstStyle/>
        <a:p>
          <a:r>
            <a:rPr lang="en-US"/>
            <a:t>Strong OS fundamentals</a:t>
          </a:r>
        </a:p>
      </dgm:t>
    </dgm:pt>
    <dgm:pt modelId="{5B86D656-99F7-491B-A662-3AE80B11EE2A}" type="parTrans" cxnId="{A72BF8FC-F066-45E3-B965-75C0688D424B}">
      <dgm:prSet/>
      <dgm:spPr/>
      <dgm:t>
        <a:bodyPr/>
        <a:lstStyle/>
        <a:p>
          <a:endParaRPr lang="en-US"/>
        </a:p>
      </dgm:t>
    </dgm:pt>
    <dgm:pt modelId="{20B1D4FD-C01A-4807-84C2-897E03DAEA0C}" type="sibTrans" cxnId="{A72BF8FC-F066-45E3-B965-75C0688D424B}">
      <dgm:prSet/>
      <dgm:spPr/>
      <dgm:t>
        <a:bodyPr/>
        <a:lstStyle/>
        <a:p>
          <a:endParaRPr lang="en-US"/>
        </a:p>
      </dgm:t>
    </dgm:pt>
    <dgm:pt modelId="{B89FAB85-C11E-4AAD-93BE-0D92B132D94F}">
      <dgm:prSet/>
      <dgm:spPr/>
      <dgm:t>
        <a:bodyPr/>
        <a:lstStyle/>
        <a:p>
          <a:r>
            <a:rPr lang="en-US"/>
            <a:t>Professional engineering practices</a:t>
          </a:r>
        </a:p>
      </dgm:t>
    </dgm:pt>
    <dgm:pt modelId="{5E0A02F7-BC15-439A-AF76-1833200A3ACE}" type="parTrans" cxnId="{6B4F704F-5FED-4A98-B1B6-2579670A929F}">
      <dgm:prSet/>
      <dgm:spPr/>
      <dgm:t>
        <a:bodyPr/>
        <a:lstStyle/>
        <a:p>
          <a:endParaRPr lang="en-US"/>
        </a:p>
      </dgm:t>
    </dgm:pt>
    <dgm:pt modelId="{84D361D0-3EC6-4518-9571-670BB426F395}" type="sibTrans" cxnId="{6B4F704F-5FED-4A98-B1B6-2579670A929F}">
      <dgm:prSet/>
      <dgm:spPr/>
      <dgm:t>
        <a:bodyPr/>
        <a:lstStyle/>
        <a:p>
          <a:endParaRPr lang="en-US"/>
        </a:p>
      </dgm:t>
    </dgm:pt>
    <dgm:pt modelId="{18A82729-23E2-41BE-B5D4-260BF17E0DE9}" type="pres">
      <dgm:prSet presAssocID="{B525F389-222B-4D2A-9CC1-8897F1547329}" presName="root" presStyleCnt="0">
        <dgm:presLayoutVars>
          <dgm:dir/>
          <dgm:resizeHandles val="exact"/>
        </dgm:presLayoutVars>
      </dgm:prSet>
      <dgm:spPr/>
    </dgm:pt>
    <dgm:pt modelId="{2BD9B0A3-742B-45C7-92B3-1C91C5C5C9A4}" type="pres">
      <dgm:prSet presAssocID="{066C17DB-AE5F-4941-8A28-48D75EC98945}" presName="compNode" presStyleCnt="0"/>
      <dgm:spPr/>
    </dgm:pt>
    <dgm:pt modelId="{9D6D289D-8B2F-432F-9BA3-9C2D944C2262}" type="pres">
      <dgm:prSet presAssocID="{066C17DB-AE5F-4941-8A28-48D75EC9894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E5B274-DAC4-468D-9C99-CE311A341454}" type="pres">
      <dgm:prSet presAssocID="{066C17DB-AE5F-4941-8A28-48D75EC98945}" presName="spaceRect" presStyleCnt="0"/>
      <dgm:spPr/>
    </dgm:pt>
    <dgm:pt modelId="{11AA8DC9-42C1-4473-AA2C-84A61E37FCD7}" type="pres">
      <dgm:prSet presAssocID="{066C17DB-AE5F-4941-8A28-48D75EC98945}" presName="textRect" presStyleLbl="revTx" presStyleIdx="0" presStyleCnt="2">
        <dgm:presLayoutVars>
          <dgm:chMax val="1"/>
          <dgm:chPref val="1"/>
        </dgm:presLayoutVars>
      </dgm:prSet>
      <dgm:spPr/>
    </dgm:pt>
    <dgm:pt modelId="{A2289DD1-AD98-4E07-90F7-6565B4927644}" type="pres">
      <dgm:prSet presAssocID="{20B1D4FD-C01A-4807-84C2-897E03DAEA0C}" presName="sibTrans" presStyleCnt="0"/>
      <dgm:spPr/>
    </dgm:pt>
    <dgm:pt modelId="{7C36B131-2351-48DE-AFB4-FA08C97116E9}" type="pres">
      <dgm:prSet presAssocID="{B89FAB85-C11E-4AAD-93BE-0D92B132D94F}" presName="compNode" presStyleCnt="0"/>
      <dgm:spPr/>
    </dgm:pt>
    <dgm:pt modelId="{AED78984-0142-4DD6-8C15-57A5FD0444D4}" type="pres">
      <dgm:prSet presAssocID="{B89FAB85-C11E-4AAD-93BE-0D92B132D9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E77933-F01E-46F7-BF92-3D587218B6B1}" type="pres">
      <dgm:prSet presAssocID="{B89FAB85-C11E-4AAD-93BE-0D92B132D94F}" presName="spaceRect" presStyleCnt="0"/>
      <dgm:spPr/>
    </dgm:pt>
    <dgm:pt modelId="{5922EC17-197D-41BA-B7CD-430EF616C40C}" type="pres">
      <dgm:prSet presAssocID="{B89FAB85-C11E-4AAD-93BE-0D92B132D94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F2420B-1686-4859-9790-83DC43EB448C}" type="presOf" srcId="{B525F389-222B-4D2A-9CC1-8897F1547329}" destId="{18A82729-23E2-41BE-B5D4-260BF17E0DE9}" srcOrd="0" destOrd="0" presId="urn:microsoft.com/office/officeart/2018/2/layout/IconLabelList"/>
    <dgm:cxn modelId="{5AA94F5C-E958-49F9-84FE-E19F3946218B}" type="presOf" srcId="{B89FAB85-C11E-4AAD-93BE-0D92B132D94F}" destId="{5922EC17-197D-41BA-B7CD-430EF616C40C}" srcOrd="0" destOrd="0" presId="urn:microsoft.com/office/officeart/2018/2/layout/IconLabelList"/>
    <dgm:cxn modelId="{6B4F704F-5FED-4A98-B1B6-2579670A929F}" srcId="{B525F389-222B-4D2A-9CC1-8897F1547329}" destId="{B89FAB85-C11E-4AAD-93BE-0D92B132D94F}" srcOrd="1" destOrd="0" parTransId="{5E0A02F7-BC15-439A-AF76-1833200A3ACE}" sibTransId="{84D361D0-3EC6-4518-9571-670BB426F395}"/>
    <dgm:cxn modelId="{EF184C73-A976-42E5-8E1C-B1B613327DF8}" type="presOf" srcId="{066C17DB-AE5F-4941-8A28-48D75EC98945}" destId="{11AA8DC9-42C1-4473-AA2C-84A61E37FCD7}" srcOrd="0" destOrd="0" presId="urn:microsoft.com/office/officeart/2018/2/layout/IconLabelList"/>
    <dgm:cxn modelId="{A72BF8FC-F066-45E3-B965-75C0688D424B}" srcId="{B525F389-222B-4D2A-9CC1-8897F1547329}" destId="{066C17DB-AE5F-4941-8A28-48D75EC98945}" srcOrd="0" destOrd="0" parTransId="{5B86D656-99F7-491B-A662-3AE80B11EE2A}" sibTransId="{20B1D4FD-C01A-4807-84C2-897E03DAEA0C}"/>
    <dgm:cxn modelId="{DA7E9909-44DC-4910-AFEE-1D91FFFB9618}" type="presParOf" srcId="{18A82729-23E2-41BE-B5D4-260BF17E0DE9}" destId="{2BD9B0A3-742B-45C7-92B3-1C91C5C5C9A4}" srcOrd="0" destOrd="0" presId="urn:microsoft.com/office/officeart/2018/2/layout/IconLabelList"/>
    <dgm:cxn modelId="{00981C8B-39DF-4911-AFE0-FD111A6FB353}" type="presParOf" srcId="{2BD9B0A3-742B-45C7-92B3-1C91C5C5C9A4}" destId="{9D6D289D-8B2F-432F-9BA3-9C2D944C2262}" srcOrd="0" destOrd="0" presId="urn:microsoft.com/office/officeart/2018/2/layout/IconLabelList"/>
    <dgm:cxn modelId="{C906A43D-9A7C-4BE3-ADA4-E8F54372EF36}" type="presParOf" srcId="{2BD9B0A3-742B-45C7-92B3-1C91C5C5C9A4}" destId="{B1E5B274-DAC4-468D-9C99-CE311A341454}" srcOrd="1" destOrd="0" presId="urn:microsoft.com/office/officeart/2018/2/layout/IconLabelList"/>
    <dgm:cxn modelId="{0EDBC3C8-8209-406D-A267-3AF0D540BA8E}" type="presParOf" srcId="{2BD9B0A3-742B-45C7-92B3-1C91C5C5C9A4}" destId="{11AA8DC9-42C1-4473-AA2C-84A61E37FCD7}" srcOrd="2" destOrd="0" presId="urn:microsoft.com/office/officeart/2018/2/layout/IconLabelList"/>
    <dgm:cxn modelId="{F4846DEA-93ED-4FC8-ABBC-1A679955592F}" type="presParOf" srcId="{18A82729-23E2-41BE-B5D4-260BF17E0DE9}" destId="{A2289DD1-AD98-4E07-90F7-6565B4927644}" srcOrd="1" destOrd="0" presId="urn:microsoft.com/office/officeart/2018/2/layout/IconLabelList"/>
    <dgm:cxn modelId="{922056CC-31D9-4939-B75E-728EDCD5207D}" type="presParOf" srcId="{18A82729-23E2-41BE-B5D4-260BF17E0DE9}" destId="{7C36B131-2351-48DE-AFB4-FA08C97116E9}" srcOrd="2" destOrd="0" presId="urn:microsoft.com/office/officeart/2018/2/layout/IconLabelList"/>
    <dgm:cxn modelId="{AAF712C4-9F07-4399-809B-364D7B7F3A74}" type="presParOf" srcId="{7C36B131-2351-48DE-AFB4-FA08C97116E9}" destId="{AED78984-0142-4DD6-8C15-57A5FD0444D4}" srcOrd="0" destOrd="0" presId="urn:microsoft.com/office/officeart/2018/2/layout/IconLabelList"/>
    <dgm:cxn modelId="{D948571C-30F9-4FC8-9930-0D628E976264}" type="presParOf" srcId="{7C36B131-2351-48DE-AFB4-FA08C97116E9}" destId="{C4E77933-F01E-46F7-BF92-3D587218B6B1}" srcOrd="1" destOrd="0" presId="urn:microsoft.com/office/officeart/2018/2/layout/IconLabelList"/>
    <dgm:cxn modelId="{988096D8-386B-4FD0-8294-E184F34A1492}" type="presParOf" srcId="{7C36B131-2351-48DE-AFB4-FA08C97116E9}" destId="{5922EC17-197D-41BA-B7CD-430EF616C40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9D2867F-7E6E-4479-BAE4-666ECFF274A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CA2E1D8-3F7B-4DC9-B1FA-358F7319C0DF}">
      <dgm:prSet/>
      <dgm:spPr/>
      <dgm:t>
        <a:bodyPr/>
        <a:lstStyle/>
        <a:p>
          <a:r>
            <a:rPr lang="en-US"/>
            <a:t>Thank you!</a:t>
          </a:r>
        </a:p>
      </dgm:t>
    </dgm:pt>
    <dgm:pt modelId="{E9934CD5-F974-471B-B3E5-79E13582CD74}" type="parTrans" cxnId="{231D89DD-FB40-47F9-AEA8-57764F16BABF}">
      <dgm:prSet/>
      <dgm:spPr/>
      <dgm:t>
        <a:bodyPr/>
        <a:lstStyle/>
        <a:p>
          <a:endParaRPr lang="en-US"/>
        </a:p>
      </dgm:t>
    </dgm:pt>
    <dgm:pt modelId="{010AC61B-E80B-4B2E-B724-7754BBF550A1}" type="sibTrans" cxnId="{231D89DD-FB40-47F9-AEA8-57764F16BABF}">
      <dgm:prSet/>
      <dgm:spPr/>
      <dgm:t>
        <a:bodyPr/>
        <a:lstStyle/>
        <a:p>
          <a:endParaRPr lang="en-US"/>
        </a:p>
      </dgm:t>
    </dgm:pt>
    <dgm:pt modelId="{D1EACCF9-E808-44DF-BF52-34B394DDA991}">
      <dgm:prSet/>
      <dgm:spPr/>
      <dgm:t>
        <a:bodyPr/>
        <a:lstStyle/>
        <a:p>
          <a:r>
            <a:rPr lang="en-US"/>
            <a:t>GitHub Repository Available</a:t>
          </a:r>
        </a:p>
      </dgm:t>
    </dgm:pt>
    <dgm:pt modelId="{A394A25B-4756-4E2F-981F-4AA1210AB7FA}" type="parTrans" cxnId="{25EBCDE4-796A-4688-9299-23B84DE8C269}">
      <dgm:prSet/>
      <dgm:spPr/>
      <dgm:t>
        <a:bodyPr/>
        <a:lstStyle/>
        <a:p>
          <a:endParaRPr lang="en-US"/>
        </a:p>
      </dgm:t>
    </dgm:pt>
    <dgm:pt modelId="{4F965735-92D9-4E8B-8CF3-EB2D53036FF8}" type="sibTrans" cxnId="{25EBCDE4-796A-4688-9299-23B84DE8C269}">
      <dgm:prSet/>
      <dgm:spPr/>
      <dgm:t>
        <a:bodyPr/>
        <a:lstStyle/>
        <a:p>
          <a:endParaRPr lang="en-US"/>
        </a:p>
      </dgm:t>
    </dgm:pt>
    <dgm:pt modelId="{EC9506B0-7833-4E18-B2C0-B035E623C5C3}" type="pres">
      <dgm:prSet presAssocID="{A9D2867F-7E6E-4479-BAE4-666ECFF274A1}" presName="root" presStyleCnt="0">
        <dgm:presLayoutVars>
          <dgm:dir/>
          <dgm:resizeHandles val="exact"/>
        </dgm:presLayoutVars>
      </dgm:prSet>
      <dgm:spPr/>
    </dgm:pt>
    <dgm:pt modelId="{138C6F37-25D7-41BA-AD18-DBFCD7C17F44}" type="pres">
      <dgm:prSet presAssocID="{3CA2E1D8-3F7B-4DC9-B1FA-358F7319C0DF}" presName="compNode" presStyleCnt="0"/>
      <dgm:spPr/>
    </dgm:pt>
    <dgm:pt modelId="{EF70304F-81E4-4A8F-984B-C0CFC0F2AC36}" type="pres">
      <dgm:prSet presAssocID="{3CA2E1D8-3F7B-4DC9-B1FA-358F7319C0D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D027CEB8-611B-47BF-9704-066155B6CA70}" type="pres">
      <dgm:prSet presAssocID="{3CA2E1D8-3F7B-4DC9-B1FA-358F7319C0DF}" presName="spaceRect" presStyleCnt="0"/>
      <dgm:spPr/>
    </dgm:pt>
    <dgm:pt modelId="{242383C6-C9CE-450C-8B55-B4FB0C129213}" type="pres">
      <dgm:prSet presAssocID="{3CA2E1D8-3F7B-4DC9-B1FA-358F7319C0DF}" presName="textRect" presStyleLbl="revTx" presStyleIdx="0" presStyleCnt="2">
        <dgm:presLayoutVars>
          <dgm:chMax val="1"/>
          <dgm:chPref val="1"/>
        </dgm:presLayoutVars>
      </dgm:prSet>
      <dgm:spPr/>
    </dgm:pt>
    <dgm:pt modelId="{5DD72E50-4C94-478F-9964-59A3060FF6BB}" type="pres">
      <dgm:prSet presAssocID="{010AC61B-E80B-4B2E-B724-7754BBF550A1}" presName="sibTrans" presStyleCnt="0"/>
      <dgm:spPr/>
    </dgm:pt>
    <dgm:pt modelId="{3C6DFDFC-38D1-4E98-83B4-B3C763F2FB77}" type="pres">
      <dgm:prSet presAssocID="{D1EACCF9-E808-44DF-BF52-34B394DDA991}" presName="compNode" presStyleCnt="0"/>
      <dgm:spPr/>
    </dgm:pt>
    <dgm:pt modelId="{1FC5B9DC-1C3A-4FFE-9599-A662694742E7}" type="pres">
      <dgm:prSet presAssocID="{D1EACCF9-E808-44DF-BF52-34B394DDA9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8A0D682-4C21-47C8-9D0E-6CFF17301F3C}" type="pres">
      <dgm:prSet presAssocID="{D1EACCF9-E808-44DF-BF52-34B394DDA991}" presName="spaceRect" presStyleCnt="0"/>
      <dgm:spPr/>
    </dgm:pt>
    <dgm:pt modelId="{0042EB91-D75A-471C-AD5E-0970E42D4741}" type="pres">
      <dgm:prSet presAssocID="{D1EACCF9-E808-44DF-BF52-34B394DDA99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20E19C3-4CBA-4FA9-B52D-7CD54A08412F}" type="presOf" srcId="{D1EACCF9-E808-44DF-BF52-34B394DDA991}" destId="{0042EB91-D75A-471C-AD5E-0970E42D4741}" srcOrd="0" destOrd="0" presId="urn:microsoft.com/office/officeart/2018/2/layout/IconLabelList"/>
    <dgm:cxn modelId="{2DD14FD1-7B2C-438C-A44B-74846544F501}" type="presOf" srcId="{3CA2E1D8-3F7B-4DC9-B1FA-358F7319C0DF}" destId="{242383C6-C9CE-450C-8B55-B4FB0C129213}" srcOrd="0" destOrd="0" presId="urn:microsoft.com/office/officeart/2018/2/layout/IconLabelList"/>
    <dgm:cxn modelId="{231D89DD-FB40-47F9-AEA8-57764F16BABF}" srcId="{A9D2867F-7E6E-4479-BAE4-666ECFF274A1}" destId="{3CA2E1D8-3F7B-4DC9-B1FA-358F7319C0DF}" srcOrd="0" destOrd="0" parTransId="{E9934CD5-F974-471B-B3E5-79E13582CD74}" sibTransId="{010AC61B-E80B-4B2E-B724-7754BBF550A1}"/>
    <dgm:cxn modelId="{25EBCDE4-796A-4688-9299-23B84DE8C269}" srcId="{A9D2867F-7E6E-4479-BAE4-666ECFF274A1}" destId="{D1EACCF9-E808-44DF-BF52-34B394DDA991}" srcOrd="1" destOrd="0" parTransId="{A394A25B-4756-4E2F-981F-4AA1210AB7FA}" sibTransId="{4F965735-92D9-4E8B-8CF3-EB2D53036FF8}"/>
    <dgm:cxn modelId="{496A55F4-4A2B-4463-B6A0-D7C960F4510C}" type="presOf" srcId="{A9D2867F-7E6E-4479-BAE4-666ECFF274A1}" destId="{EC9506B0-7833-4E18-B2C0-B035E623C5C3}" srcOrd="0" destOrd="0" presId="urn:microsoft.com/office/officeart/2018/2/layout/IconLabelList"/>
    <dgm:cxn modelId="{D4FF9C1C-00FE-4969-AB53-3511E9C4A46E}" type="presParOf" srcId="{EC9506B0-7833-4E18-B2C0-B035E623C5C3}" destId="{138C6F37-25D7-41BA-AD18-DBFCD7C17F44}" srcOrd="0" destOrd="0" presId="urn:microsoft.com/office/officeart/2018/2/layout/IconLabelList"/>
    <dgm:cxn modelId="{E167206A-A168-4940-B3AF-96962DD3CBB8}" type="presParOf" srcId="{138C6F37-25D7-41BA-AD18-DBFCD7C17F44}" destId="{EF70304F-81E4-4A8F-984B-C0CFC0F2AC36}" srcOrd="0" destOrd="0" presId="urn:microsoft.com/office/officeart/2018/2/layout/IconLabelList"/>
    <dgm:cxn modelId="{89CEB2B1-C6CC-4843-BA10-FB6BB1D4D8F3}" type="presParOf" srcId="{138C6F37-25D7-41BA-AD18-DBFCD7C17F44}" destId="{D027CEB8-611B-47BF-9704-066155B6CA70}" srcOrd="1" destOrd="0" presId="urn:microsoft.com/office/officeart/2018/2/layout/IconLabelList"/>
    <dgm:cxn modelId="{D7D2A9FA-F51E-4F07-942A-7AC0AE0B72CD}" type="presParOf" srcId="{138C6F37-25D7-41BA-AD18-DBFCD7C17F44}" destId="{242383C6-C9CE-450C-8B55-B4FB0C129213}" srcOrd="2" destOrd="0" presId="urn:microsoft.com/office/officeart/2018/2/layout/IconLabelList"/>
    <dgm:cxn modelId="{25969B5C-1148-489F-BCB5-1881D084BCE2}" type="presParOf" srcId="{EC9506B0-7833-4E18-B2C0-B035E623C5C3}" destId="{5DD72E50-4C94-478F-9964-59A3060FF6BB}" srcOrd="1" destOrd="0" presId="urn:microsoft.com/office/officeart/2018/2/layout/IconLabelList"/>
    <dgm:cxn modelId="{F7CEA76D-3B5B-4CDF-800A-E03EE663771F}" type="presParOf" srcId="{EC9506B0-7833-4E18-B2C0-B035E623C5C3}" destId="{3C6DFDFC-38D1-4E98-83B4-B3C763F2FB77}" srcOrd="2" destOrd="0" presId="urn:microsoft.com/office/officeart/2018/2/layout/IconLabelList"/>
    <dgm:cxn modelId="{7769C7F9-082A-4689-8F9F-88F730835E89}" type="presParOf" srcId="{3C6DFDFC-38D1-4E98-83B4-B3C763F2FB77}" destId="{1FC5B9DC-1C3A-4FFE-9599-A662694742E7}" srcOrd="0" destOrd="0" presId="urn:microsoft.com/office/officeart/2018/2/layout/IconLabelList"/>
    <dgm:cxn modelId="{931BEF82-CE6B-4D22-9BB3-E1059F8B9D94}" type="presParOf" srcId="{3C6DFDFC-38D1-4E98-83B4-B3C763F2FB77}" destId="{88A0D682-4C21-47C8-9D0E-6CFF17301F3C}" srcOrd="1" destOrd="0" presId="urn:microsoft.com/office/officeart/2018/2/layout/IconLabelList"/>
    <dgm:cxn modelId="{280BAB8C-F4E5-4EE7-A074-1586618EFA70}" type="presParOf" srcId="{3C6DFDFC-38D1-4E98-83B4-B3C763F2FB77}" destId="{0042EB91-D75A-471C-AD5E-0970E42D47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9AB85-1792-44BA-8DA4-E89B991BE229}">
      <dsp:nvSpPr>
        <dsp:cNvPr id="0" name=""/>
        <dsp:cNvSpPr/>
      </dsp:nvSpPr>
      <dsp:spPr>
        <a:xfrm>
          <a:off x="0" y="53883"/>
          <a:ext cx="503322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Objective:</a:t>
          </a:r>
        </a:p>
      </dsp:txBody>
      <dsp:txXfrm>
        <a:off x="32784" y="86667"/>
        <a:ext cx="4967653" cy="606012"/>
      </dsp:txXfrm>
    </dsp:sp>
    <dsp:sp modelId="{5A01050C-E75A-46D5-BD16-5641D44B8521}">
      <dsp:nvSpPr>
        <dsp:cNvPr id="0" name=""/>
        <dsp:cNvSpPr/>
      </dsp:nvSpPr>
      <dsp:spPr>
        <a:xfrm>
          <a:off x="0" y="806103"/>
          <a:ext cx="503322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CPU scheduling simulator</a:t>
          </a:r>
        </a:p>
      </dsp:txBody>
      <dsp:txXfrm>
        <a:off x="32784" y="838887"/>
        <a:ext cx="4967653" cy="606012"/>
      </dsp:txXfrm>
    </dsp:sp>
    <dsp:sp modelId="{03673206-1B94-4EB8-9306-DC264277E59B}">
      <dsp:nvSpPr>
        <dsp:cNvPr id="0" name=""/>
        <dsp:cNvSpPr/>
      </dsp:nvSpPr>
      <dsp:spPr>
        <a:xfrm>
          <a:off x="0" y="1558323"/>
          <a:ext cx="503322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5 classic algorithms</a:t>
          </a:r>
        </a:p>
      </dsp:txBody>
      <dsp:txXfrm>
        <a:off x="32784" y="1591107"/>
        <a:ext cx="4967653" cy="606012"/>
      </dsp:txXfrm>
    </dsp:sp>
    <dsp:sp modelId="{05A7C14E-AEBB-4966-B8F1-2AEFA5CB7460}">
      <dsp:nvSpPr>
        <dsp:cNvPr id="0" name=""/>
        <dsp:cNvSpPr/>
      </dsp:nvSpPr>
      <dsp:spPr>
        <a:xfrm>
          <a:off x="0" y="2310543"/>
          <a:ext cx="503322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Visualization &amp; metrics</a:t>
          </a:r>
        </a:p>
      </dsp:txBody>
      <dsp:txXfrm>
        <a:off x="32784" y="2343327"/>
        <a:ext cx="4967653" cy="606012"/>
      </dsp:txXfrm>
    </dsp:sp>
    <dsp:sp modelId="{06D37EA3-17EC-4DDC-B46B-C801D97DC55E}">
      <dsp:nvSpPr>
        <dsp:cNvPr id="0" name=""/>
        <dsp:cNvSpPr/>
      </dsp:nvSpPr>
      <dsp:spPr>
        <a:xfrm>
          <a:off x="0" y="3062763"/>
          <a:ext cx="503322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Professional testing</a:t>
          </a:r>
        </a:p>
      </dsp:txBody>
      <dsp:txXfrm>
        <a:off x="32784" y="3095547"/>
        <a:ext cx="4967653" cy="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DDFCB-FB7C-4150-B955-63585BE7B298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6C0D-1527-47E6-9B6A-E8B457D2AA5D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6EDB3-AD84-4B03-9731-503D955F1AD2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C++17</a:t>
          </a:r>
        </a:p>
      </dsp:txBody>
      <dsp:txXfrm>
        <a:off x="253083" y="1366892"/>
        <a:ext cx="1706835" cy="682734"/>
      </dsp:txXfrm>
    </dsp:sp>
    <dsp:sp modelId="{9BD962B6-6DD4-4FD0-AB48-06AF3DA54946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EAF67-8727-4E5F-BD80-7D9BDBFF455A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A3C5F-D2A2-4094-8B48-06417C52D1F6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FreeBSD</a:t>
          </a:r>
        </a:p>
      </dsp:txBody>
      <dsp:txXfrm>
        <a:off x="2258615" y="1366892"/>
        <a:ext cx="1706835" cy="682734"/>
      </dsp:txXfrm>
    </dsp:sp>
    <dsp:sp modelId="{094B51CA-1602-4D64-8375-B7ED8BC7B3CB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0C6B9-A859-461E-A8B3-E6CD7D40B233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48124-B159-40B8-AAA4-E49A948E2DC0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Google Test</a:t>
          </a:r>
        </a:p>
      </dsp:txBody>
      <dsp:txXfrm>
        <a:off x="4264148" y="1366892"/>
        <a:ext cx="1706835" cy="682734"/>
      </dsp:txXfrm>
    </dsp:sp>
    <dsp:sp modelId="{00B542DE-E036-4D30-8668-7A37735072BB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5313C-2779-4FF3-8468-88F73A0F0E27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258D1-9C5C-40C0-9226-11C34ADA2D42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GNU Make</a:t>
          </a:r>
        </a:p>
      </dsp:txBody>
      <dsp:txXfrm>
        <a:off x="6269680" y="1366892"/>
        <a:ext cx="1706835" cy="682734"/>
      </dsp:txXfrm>
    </dsp:sp>
    <dsp:sp modelId="{610D4C01-A33E-42DA-9955-0086D1B2DE09}">
      <dsp:nvSpPr>
        <dsp:cNvPr id="0" name=""/>
        <dsp:cNvSpPr/>
      </dsp:nvSpPr>
      <dsp:spPr>
        <a:xfrm>
          <a:off x="3594215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9F75C-BAB8-4302-8508-0E54ADC351CE}">
      <dsp:nvSpPr>
        <dsp:cNvPr id="0" name=""/>
        <dsp:cNvSpPr/>
      </dsp:nvSpPr>
      <dsp:spPr>
        <a:xfrm>
          <a:off x="3816103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EDD38-489E-4730-9B9F-94FC3AA38E62}">
      <dsp:nvSpPr>
        <dsp:cNvPr id="0" name=""/>
        <dsp:cNvSpPr/>
      </dsp:nvSpPr>
      <dsp:spPr>
        <a:xfrm>
          <a:off x="3261382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Git/GitHub</a:t>
          </a:r>
        </a:p>
      </dsp:txBody>
      <dsp:txXfrm>
        <a:off x="3261382" y="3841804"/>
        <a:ext cx="1706835" cy="682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302A2-0EA4-443B-8103-1A2104FDEE76}">
      <dsp:nvSpPr>
        <dsp:cNvPr id="0" name=""/>
        <dsp:cNvSpPr/>
      </dsp:nvSpPr>
      <dsp:spPr>
        <a:xfrm>
          <a:off x="0" y="684093"/>
          <a:ext cx="8195871" cy="12553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94921-B48C-4908-8E55-9C4CD38B5EEB}">
      <dsp:nvSpPr>
        <dsp:cNvPr id="0" name=""/>
        <dsp:cNvSpPr/>
      </dsp:nvSpPr>
      <dsp:spPr>
        <a:xfrm>
          <a:off x="379754" y="966555"/>
          <a:ext cx="690462" cy="6904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4370E-B437-4F39-A864-8746F12B0C0D}">
      <dsp:nvSpPr>
        <dsp:cNvPr id="0" name=""/>
        <dsp:cNvSpPr/>
      </dsp:nvSpPr>
      <dsp:spPr>
        <a:xfrm>
          <a:off x="1449970" y="684093"/>
          <a:ext cx="3688141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Round Robin (RR)</a:t>
          </a:r>
        </a:p>
      </dsp:txBody>
      <dsp:txXfrm>
        <a:off x="1449970" y="684093"/>
        <a:ext cx="3688141" cy="1255385"/>
      </dsp:txXfrm>
    </dsp:sp>
    <dsp:sp modelId="{ADD6D80E-748F-41D5-AF87-BAF7DD56F6B6}">
      <dsp:nvSpPr>
        <dsp:cNvPr id="0" name=""/>
        <dsp:cNvSpPr/>
      </dsp:nvSpPr>
      <dsp:spPr>
        <a:xfrm>
          <a:off x="5138112" y="684093"/>
          <a:ext cx="3056340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Mechanism: Time-sharing with fixed quantum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Queue: FIFO circular queue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Case: Interactive systems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Pros: Fair, no starvation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Cons: High context switching overhead</a:t>
          </a:r>
        </a:p>
      </dsp:txBody>
      <dsp:txXfrm>
        <a:off x="5138112" y="684093"/>
        <a:ext cx="3056340" cy="1255385"/>
      </dsp:txXfrm>
    </dsp:sp>
    <dsp:sp modelId="{9C289344-443E-41EA-9A41-00344F75B7AC}">
      <dsp:nvSpPr>
        <dsp:cNvPr id="0" name=""/>
        <dsp:cNvSpPr/>
      </dsp:nvSpPr>
      <dsp:spPr>
        <a:xfrm>
          <a:off x="0" y="2253325"/>
          <a:ext cx="8195871" cy="12553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8AA02-0551-4FC8-9EE1-22EE0BE8D457}">
      <dsp:nvSpPr>
        <dsp:cNvPr id="0" name=""/>
        <dsp:cNvSpPr/>
      </dsp:nvSpPr>
      <dsp:spPr>
        <a:xfrm>
          <a:off x="379754" y="2535787"/>
          <a:ext cx="690462" cy="6904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EA266-FC1C-4DB8-9FA3-81415525E219}">
      <dsp:nvSpPr>
        <dsp:cNvPr id="0" name=""/>
        <dsp:cNvSpPr/>
      </dsp:nvSpPr>
      <dsp:spPr>
        <a:xfrm>
          <a:off x="1449970" y="2253325"/>
          <a:ext cx="3688141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Preemptive Priority</a:t>
          </a:r>
        </a:p>
      </dsp:txBody>
      <dsp:txXfrm>
        <a:off x="1449970" y="2253325"/>
        <a:ext cx="3688141" cy="1255385"/>
      </dsp:txXfrm>
    </dsp:sp>
    <dsp:sp modelId="{25B6FE2C-6641-48CE-9FAE-A27FCD8886CF}">
      <dsp:nvSpPr>
        <dsp:cNvPr id="0" name=""/>
        <dsp:cNvSpPr/>
      </dsp:nvSpPr>
      <dsp:spPr>
        <a:xfrm>
          <a:off x="5138112" y="2253325"/>
          <a:ext cx="3056340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Mechanism: Higher priority preempts lower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Queue: Min-heap (priority queue)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Case: Real-time systems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Pros: Critical tasks execute first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Cons: Potential starvation</a:t>
          </a:r>
        </a:p>
      </dsp:txBody>
      <dsp:txXfrm>
        <a:off x="5138112" y="2253325"/>
        <a:ext cx="3056340" cy="12553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302A2-0EA4-443B-8103-1A2104FDEE76}">
      <dsp:nvSpPr>
        <dsp:cNvPr id="0" name=""/>
        <dsp:cNvSpPr/>
      </dsp:nvSpPr>
      <dsp:spPr>
        <a:xfrm>
          <a:off x="0" y="3179"/>
          <a:ext cx="8195871" cy="18814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94921-B48C-4908-8E55-9C4CD38B5EEB}">
      <dsp:nvSpPr>
        <dsp:cNvPr id="0" name=""/>
        <dsp:cNvSpPr/>
      </dsp:nvSpPr>
      <dsp:spPr>
        <a:xfrm>
          <a:off x="379011" y="599355"/>
          <a:ext cx="689112" cy="6891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4370E-B437-4F39-A864-8746F12B0C0D}">
      <dsp:nvSpPr>
        <dsp:cNvPr id="0" name=""/>
        <dsp:cNvSpPr/>
      </dsp:nvSpPr>
      <dsp:spPr>
        <a:xfrm>
          <a:off x="1292824" y="317446"/>
          <a:ext cx="3996765" cy="1252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02" tIns="132602" rIns="132602" bIns="1326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3. Non-Preemptive Priority</a:t>
          </a:r>
        </a:p>
      </dsp:txBody>
      <dsp:txXfrm>
        <a:off x="1292824" y="317446"/>
        <a:ext cx="3996765" cy="1252931"/>
      </dsp:txXfrm>
    </dsp:sp>
    <dsp:sp modelId="{ADD6D80E-748F-41D5-AF87-BAF7DD56F6B6}">
      <dsp:nvSpPr>
        <dsp:cNvPr id="0" name=""/>
        <dsp:cNvSpPr/>
      </dsp:nvSpPr>
      <dsp:spPr>
        <a:xfrm>
          <a:off x="5135278" y="317446"/>
          <a:ext cx="3059178" cy="1252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02" tIns="132602" rIns="132602" bIns="13260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Mechanism: Priority-based, no preemption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Queue: Priority queue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Case: Batch processing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Pros: Simple, predictable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Cons: Poor response time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5135278" y="317446"/>
        <a:ext cx="3059178" cy="1252931"/>
      </dsp:txXfrm>
    </dsp:sp>
    <dsp:sp modelId="{9C289344-443E-41EA-9A41-00344F75B7AC}">
      <dsp:nvSpPr>
        <dsp:cNvPr id="0" name=""/>
        <dsp:cNvSpPr/>
      </dsp:nvSpPr>
      <dsp:spPr>
        <a:xfrm>
          <a:off x="0" y="2201057"/>
          <a:ext cx="8195871" cy="19917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8AA02-0551-4FC8-9EE1-22EE0BE8D457}">
      <dsp:nvSpPr>
        <dsp:cNvPr id="0" name=""/>
        <dsp:cNvSpPr/>
      </dsp:nvSpPr>
      <dsp:spPr>
        <a:xfrm>
          <a:off x="379011" y="2849195"/>
          <a:ext cx="689112" cy="6891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EA266-FC1C-4DB8-9FA3-81415525E219}">
      <dsp:nvSpPr>
        <dsp:cNvPr id="0" name=""/>
        <dsp:cNvSpPr/>
      </dsp:nvSpPr>
      <dsp:spPr>
        <a:xfrm>
          <a:off x="1259335" y="2567285"/>
          <a:ext cx="3688141" cy="12529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02" tIns="132602" rIns="132602" bIns="1326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4. Multilevel Queue (MLQ)</a:t>
          </a:r>
        </a:p>
      </dsp:txBody>
      <dsp:txXfrm>
        <a:off x="1259335" y="2567285"/>
        <a:ext cx="3688141" cy="1252931"/>
      </dsp:txXfrm>
    </dsp:sp>
    <dsp:sp modelId="{25B6FE2C-6641-48CE-9FAE-A27FCD8886CF}">
      <dsp:nvSpPr>
        <dsp:cNvPr id="0" name=""/>
        <dsp:cNvSpPr/>
      </dsp:nvSpPr>
      <dsp:spPr>
        <a:xfrm>
          <a:off x="5136685" y="2234009"/>
          <a:ext cx="3059178" cy="1958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02" tIns="132602" rIns="132602" bIns="13260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Mechanism: Three fixed queues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System (0-1): Highest priority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Interactive (2-3): Round Robin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Batch (4-5): FCFS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Case: Mixed workloads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Pros: Queue separation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Cons: Inflexible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5136685" y="2234009"/>
        <a:ext cx="3059178" cy="1958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302A2-0EA4-443B-8103-1A2104FDEE76}">
      <dsp:nvSpPr>
        <dsp:cNvPr id="0" name=""/>
        <dsp:cNvSpPr/>
      </dsp:nvSpPr>
      <dsp:spPr>
        <a:xfrm>
          <a:off x="0" y="881119"/>
          <a:ext cx="8195871" cy="21294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94921-B48C-4908-8E55-9C4CD38B5EEB}">
      <dsp:nvSpPr>
        <dsp:cNvPr id="0" name=""/>
        <dsp:cNvSpPr/>
      </dsp:nvSpPr>
      <dsp:spPr>
        <a:xfrm>
          <a:off x="379754" y="1751171"/>
          <a:ext cx="690462" cy="6904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4370E-B437-4F39-A864-8746F12B0C0D}">
      <dsp:nvSpPr>
        <dsp:cNvPr id="0" name=""/>
        <dsp:cNvSpPr/>
      </dsp:nvSpPr>
      <dsp:spPr>
        <a:xfrm>
          <a:off x="907371" y="1476455"/>
          <a:ext cx="4397592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5. Multilevel Feedback Queue (MLFQ)</a:t>
          </a:r>
        </a:p>
      </dsp:txBody>
      <dsp:txXfrm>
        <a:off x="907371" y="1476455"/>
        <a:ext cx="4397592" cy="1255385"/>
      </dsp:txXfrm>
    </dsp:sp>
    <dsp:sp modelId="{ADD6D80E-748F-41D5-AF87-BAF7DD56F6B6}">
      <dsp:nvSpPr>
        <dsp:cNvPr id="0" name=""/>
        <dsp:cNvSpPr/>
      </dsp:nvSpPr>
      <dsp:spPr>
        <a:xfrm>
          <a:off x="5139518" y="964515"/>
          <a:ext cx="3056340" cy="2279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Mechanism: Adaptive queue demotion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Q0: Quantum = 8 (highest)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Q1: Quantum = 16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100" kern="1200" dirty="0"/>
            <a:t> Q2: FCFS (lowest)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Aging: Prevents starvation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Case: Unknown process behavior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Pros: Adaptive, fair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Cons: Complex implementation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5139518" y="964515"/>
        <a:ext cx="3056340" cy="22792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FE28B-B88D-4793-BA9D-612508C447C3}">
      <dsp:nvSpPr>
        <dsp:cNvPr id="0" name=""/>
        <dsp:cNvSpPr/>
      </dsp:nvSpPr>
      <dsp:spPr>
        <a:xfrm>
          <a:off x="0" y="0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B20270-B43C-4180-B4C3-ED844DC63AA4}">
      <dsp:nvSpPr>
        <dsp:cNvPr id="0" name=""/>
        <dsp:cNvSpPr/>
      </dsp:nvSpPr>
      <dsp:spPr>
        <a:xfrm>
          <a:off x="0" y="0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PCB simulation</a:t>
          </a:r>
        </a:p>
      </dsp:txBody>
      <dsp:txXfrm>
        <a:off x="0" y="0"/>
        <a:ext cx="3815379" cy="902354"/>
      </dsp:txXfrm>
    </dsp:sp>
    <dsp:sp modelId="{0D94BC7F-A701-4358-BB02-F19FF52BB93A}">
      <dsp:nvSpPr>
        <dsp:cNvPr id="0" name=""/>
        <dsp:cNvSpPr/>
      </dsp:nvSpPr>
      <dsp:spPr>
        <a:xfrm>
          <a:off x="0" y="902354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DBBF91-0C0C-4161-9A20-7E3F8F4C29DF}">
      <dsp:nvSpPr>
        <dsp:cNvPr id="0" name=""/>
        <dsp:cNvSpPr/>
      </dsp:nvSpPr>
      <dsp:spPr>
        <a:xfrm>
          <a:off x="0" y="902354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Context switching modeling</a:t>
          </a:r>
        </a:p>
      </dsp:txBody>
      <dsp:txXfrm>
        <a:off x="0" y="902354"/>
        <a:ext cx="3815379" cy="902354"/>
      </dsp:txXfrm>
    </dsp:sp>
    <dsp:sp modelId="{46EC883F-FC24-4F2D-B37B-D5BFA680F34F}">
      <dsp:nvSpPr>
        <dsp:cNvPr id="0" name=""/>
        <dsp:cNvSpPr/>
      </dsp:nvSpPr>
      <dsp:spPr>
        <a:xfrm>
          <a:off x="0" y="1804708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D8E4DE-7FA2-4F48-B56E-1BFFE681921C}">
      <dsp:nvSpPr>
        <dsp:cNvPr id="0" name=""/>
        <dsp:cNvSpPr/>
      </dsp:nvSpPr>
      <dsp:spPr>
        <a:xfrm>
          <a:off x="0" y="1804708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Performance metrics</a:t>
          </a:r>
        </a:p>
      </dsp:txBody>
      <dsp:txXfrm>
        <a:off x="0" y="1804708"/>
        <a:ext cx="3815379" cy="902354"/>
      </dsp:txXfrm>
    </dsp:sp>
    <dsp:sp modelId="{3795E93E-8FAD-47BE-82AF-8C3039C4434C}">
      <dsp:nvSpPr>
        <dsp:cNvPr id="0" name=""/>
        <dsp:cNvSpPr/>
      </dsp:nvSpPr>
      <dsp:spPr>
        <a:xfrm>
          <a:off x="0" y="2707062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BF46158-DB27-49D7-82D2-7087740E4255}">
      <dsp:nvSpPr>
        <dsp:cNvPr id="0" name=""/>
        <dsp:cNvSpPr/>
      </dsp:nvSpPr>
      <dsp:spPr>
        <a:xfrm>
          <a:off x="0" y="2707062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arrivals</a:t>
          </a:r>
          <a:endParaRPr lang="en-US" sz="2500" kern="1200" dirty="0"/>
        </a:p>
      </dsp:txBody>
      <dsp:txXfrm>
        <a:off x="0" y="2707062"/>
        <a:ext cx="3815379" cy="9023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510F0-FE0C-43F4-BEB9-E1C7592114B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98BE8-0C0D-4C68-A482-2D4C65D07C6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09562-A1B6-482C-A256-CB2F97D76E3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Google Test</a:t>
          </a:r>
        </a:p>
      </dsp:txBody>
      <dsp:txXfrm>
        <a:off x="46529" y="2703902"/>
        <a:ext cx="2418750" cy="720000"/>
      </dsp:txXfrm>
    </dsp:sp>
    <dsp:sp modelId="{DE3EFAA7-A375-4E7A-B235-73DB267C24CF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A0705-5B52-4686-8398-5A6C3864EEB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9A0EF-2CB3-4C19-AED4-F1B892E28A3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Unit + system tests</a:t>
          </a:r>
        </a:p>
      </dsp:txBody>
      <dsp:txXfrm>
        <a:off x="2888560" y="2703902"/>
        <a:ext cx="2418750" cy="720000"/>
      </dsp:txXfrm>
    </dsp:sp>
    <dsp:sp modelId="{5F4963FA-2341-4BB9-8754-F75A866578F9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13D1B-AC51-415D-8530-58978591742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5EBA4-C808-454E-9736-83D3E6B41C92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100% pass rate</a:t>
          </a:r>
        </a:p>
      </dsp:txBody>
      <dsp:txXfrm>
        <a:off x="5730591" y="2703902"/>
        <a:ext cx="2418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6BF50-5FCF-4C54-98A2-3C1ECCE73D12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F6FD4-9618-43B8-9CDF-FE0F11F8374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Preemptive Priority best wait time</a:t>
          </a:r>
        </a:p>
      </dsp:txBody>
      <dsp:txXfrm>
        <a:off x="298991" y="1277365"/>
        <a:ext cx="2219346" cy="1377989"/>
      </dsp:txXfrm>
    </dsp:sp>
    <dsp:sp modelId="{EDA37C62-39F4-4BDF-A25D-888BFB9520D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7B42F-B33E-48C7-951D-294C50C71975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RR best for fairness</a:t>
          </a:r>
        </a:p>
      </dsp:txBody>
      <dsp:txXfrm>
        <a:off x="3116322" y="1277365"/>
        <a:ext cx="2219346" cy="1377989"/>
      </dsp:txXfrm>
    </dsp:sp>
    <dsp:sp modelId="{C503D955-CAD0-40E4-A7CF-6DE22D5996E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4F64D-6AF2-46E5-B379-E5527776D85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MLFQ adaptive</a:t>
          </a:r>
        </a:p>
      </dsp:txBody>
      <dsp:txXfrm>
        <a:off x="5933653" y="1277365"/>
        <a:ext cx="2219346" cy="13779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B3FF1-AA69-4C45-805B-C6B9D71A6A75}">
      <dsp:nvSpPr>
        <dsp:cNvPr id="0" name=""/>
        <dsp:cNvSpPr/>
      </dsp:nvSpPr>
      <dsp:spPr>
        <a:xfrm>
          <a:off x="518185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47A6B-2DD5-4081-97DC-E6878745A74F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A6825-C7A4-4366-A5B0-D4D8DD593B51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Overhead modeling</a:t>
          </a:r>
        </a:p>
      </dsp:txBody>
      <dsp:txXfrm>
        <a:off x="46529" y="2452202"/>
        <a:ext cx="2418750" cy="720000"/>
      </dsp:txXfrm>
    </dsp:sp>
    <dsp:sp modelId="{2C8FA34A-5BCB-47E1-82EB-6F473E6FEEE1}">
      <dsp:nvSpPr>
        <dsp:cNvPr id="0" name=""/>
        <dsp:cNvSpPr/>
      </dsp:nvSpPr>
      <dsp:spPr>
        <a:xfrm>
          <a:off x="3360216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AA28B-3F7D-4893-AC74-CE6019FE95B5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12EA7-81A3-47E0-A033-01BDC8A18243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Starvation solved via aging</a:t>
          </a:r>
        </a:p>
      </dsp:txBody>
      <dsp:txXfrm>
        <a:off x="2888560" y="2452202"/>
        <a:ext cx="2418750" cy="720000"/>
      </dsp:txXfrm>
    </dsp:sp>
    <dsp:sp modelId="{5FE591E8-4E13-4671-B5E1-270E0783C7EB}">
      <dsp:nvSpPr>
        <dsp:cNvPr id="0" name=""/>
        <dsp:cNvSpPr/>
      </dsp:nvSpPr>
      <dsp:spPr>
        <a:xfrm>
          <a:off x="6202248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DDB39-3128-4712-B8FB-AF7E4DFBD811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76590-A37F-417F-A46B-4F9799780437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MLFQ complexity</a:t>
          </a:r>
        </a:p>
      </dsp:txBody>
      <dsp:txXfrm>
        <a:off x="5730591" y="2452202"/>
        <a:ext cx="241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E8BB-11B1-437E-879F-8B9ADA04AB9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20835-A7B1-4D10-A95B-10BF6EF8B422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I/O burst modeling</a:t>
          </a:r>
        </a:p>
      </dsp:txBody>
      <dsp:txXfrm>
        <a:off x="25435" y="2276522"/>
        <a:ext cx="1800000" cy="720000"/>
      </dsp:txXfrm>
    </dsp:sp>
    <dsp:sp modelId="{B2ADD70D-1CF9-4B68-A03B-01F84503D4B6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46693-DB59-47A1-9099-8EA239BDB11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Real-time scheduling</a:t>
          </a:r>
        </a:p>
      </dsp:txBody>
      <dsp:txXfrm>
        <a:off x="2140435" y="2276522"/>
        <a:ext cx="1800000" cy="720000"/>
      </dsp:txXfrm>
    </dsp:sp>
    <dsp:sp modelId="{5FA2DB57-B726-4C2D-894A-9077427358ED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17638-89A5-492B-9AD7-13310FAD81BB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Multiprocessor support</a:t>
          </a:r>
        </a:p>
      </dsp:txBody>
      <dsp:txXfrm>
        <a:off x="4255435" y="2276522"/>
        <a:ext cx="1800000" cy="720000"/>
      </dsp:txXfrm>
    </dsp:sp>
    <dsp:sp modelId="{7537119D-45D5-465B-AA99-F55B8DFC0DFD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CA5D8-9293-48AF-8E0F-9FFF643E303D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GUI visualization</a:t>
          </a:r>
        </a:p>
      </dsp:txBody>
      <dsp:txXfrm>
        <a:off x="6370435" y="227652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D289D-8B2F-432F-9BA3-9C2D944C2262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A8DC9-42C1-4473-AA2C-84A61E37FCD7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OS fundamentals</a:t>
          </a:r>
        </a:p>
      </dsp:txBody>
      <dsp:txXfrm>
        <a:off x="85060" y="2776702"/>
        <a:ext cx="3690000" cy="720000"/>
      </dsp:txXfrm>
    </dsp:sp>
    <dsp:sp modelId="{AED78984-0142-4DD6-8C15-57A5FD0444D4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2EC17-197D-41BA-B7CD-430EF616C40C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Professional engineering practices</a:t>
          </a:r>
        </a:p>
      </dsp:txBody>
      <dsp:txXfrm>
        <a:off x="4420810" y="2776702"/>
        <a:ext cx="369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0304F-81E4-4A8F-984B-C0CFC0F2AC36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383C6-C9CE-450C-8B55-B4FB0C129213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Thank you!</a:t>
          </a:r>
        </a:p>
      </dsp:txBody>
      <dsp:txXfrm>
        <a:off x="85060" y="2776702"/>
        <a:ext cx="3690000" cy="720000"/>
      </dsp:txXfrm>
    </dsp:sp>
    <dsp:sp modelId="{1FC5B9DC-1C3A-4FFE-9599-A662694742E7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EB91-D75A-471C-AD5E-0970E42D4741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GitHub Repository Available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9DF7F-2602-442A-9B21-E5754522574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A8DFE-5479-47C7-B22D-C37BE7A0E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1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a comprehensive CPU scheduling simulator, implementing 5 classic algorithms with real-time visualization, performance metrics, and professional testing framework, along with complete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77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Language: C++</a:t>
            </a:r>
          </a:p>
          <a:p>
            <a:pPr marL="171450" indent="-171450">
              <a:buFontTx/>
              <a:buChar char="-"/>
            </a:pPr>
            <a:r>
              <a:rPr lang="en-US" dirty="0"/>
              <a:t>Platform: FreeBSD</a:t>
            </a:r>
          </a:p>
          <a:p>
            <a:pPr marL="171450" indent="-171450">
              <a:buFontTx/>
              <a:buChar char="-"/>
            </a:pPr>
            <a:r>
              <a:rPr lang="en-US" dirty="0"/>
              <a:t>Testing: Google Test Framework</a:t>
            </a:r>
          </a:p>
          <a:p>
            <a:pPr marL="171450" indent="-171450">
              <a:buFontTx/>
              <a:buChar char="-"/>
            </a:pPr>
            <a:r>
              <a:rPr lang="en-US" dirty="0"/>
              <a:t>Build System: GNU Make</a:t>
            </a:r>
          </a:p>
          <a:p>
            <a:pPr marL="171450" indent="-171450">
              <a:buFontTx/>
              <a:buChar char="-"/>
            </a:pPr>
            <a:r>
              <a:rPr lang="en-US" dirty="0"/>
              <a:t>Version Control: Git/GitHub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67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63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55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Management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Complete Process Control Block (PCB) simulation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Process states: NEW, READY, RUNNING, TERMINATED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Dynamic process arrival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Context switching overhead modeling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Performance Metrics</a:t>
            </a:r>
          </a:p>
          <a:p>
            <a:pPr marL="171450" indent="-171450">
              <a:buFontTx/>
              <a:buChar char="-"/>
            </a:pPr>
            <a:r>
              <a:rPr lang="en-US" dirty="0"/>
              <a:t>Waiting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Turnaround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Response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CPU Utilization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Context Switch Count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Run Live Demonstration!!</a:t>
            </a:r>
          </a:p>
          <a:p>
            <a:pPr marL="0" indent="0">
              <a:buFontTx/>
              <a:buNone/>
            </a:pPr>
            <a:r>
              <a:rPr lang="en-US" dirty="0"/>
              <a:t>- Sampe use: Round Robing (quantum= 4), Preemptive Priority, Run All (comparison mode)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4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Test Integration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Unit Tests: 4 test covering components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System Tests: 4 end-to-end test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Coverage: Process, Scheduler, Algorithms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Test Categories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Process creation and state transitions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Algorithm correctness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Metrics calculation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Edge cases (empty queue, single process)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3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A8DFE-5479-47C7-B22D-C37BE7A0E4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0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0E667-51F5-0E30-07AD-6512B814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666337C-2742-D103-A747-425F86A1A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601F6C-3733-271D-127A-09A10E17E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3455C-82BD-DED1-7A9B-9B6D7A1C3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CPU Scheduling Algorithms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59D0C-F446-EBB2-8D25-64AF9310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Advanced Operating Systems Project</a:t>
            </a:r>
          </a:p>
          <a:p>
            <a:r>
              <a:rPr lang="en-US" sz="1700"/>
              <a:t>December 2025</a:t>
            </a:r>
          </a:p>
          <a:p>
            <a:endParaRPr lang="en-US" sz="1700"/>
          </a:p>
          <a:p>
            <a:r>
              <a:rPr lang="en-US" sz="1700"/>
              <a:t>Team:</a:t>
            </a:r>
          </a:p>
          <a:p>
            <a:r>
              <a:rPr lang="en-US" sz="1700"/>
              <a:t>Adedeji Olu</a:t>
            </a:r>
          </a:p>
          <a:p>
            <a:r>
              <a:rPr lang="en-US" sz="1700"/>
              <a:t>Almamy Sow</a:t>
            </a:r>
          </a:p>
          <a:p>
            <a:r>
              <a:rPr lang="en-US" sz="1700"/>
              <a:t>Brionna Nunn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8CC0E6C2-80D8-46E8-6F34-4BEB86957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41" r="1180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pic>
        <p:nvPicPr>
          <p:cNvPr id="6" name="Picture 5" descr="A person holding a sign&#10;&#10;AI-generated content may be incorrect.">
            <a:extLst>
              <a:ext uri="{FF2B5EF4-FFF2-40B4-BE49-F238E27FC236}">
                <a16:creationId xmlns:a16="http://schemas.microsoft.com/office/drawing/2014/main" id="{2D06378D-DA3C-1F5C-BA74-F2BA759B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82" y="-1"/>
            <a:ext cx="457711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8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dirty="0"/>
              <a:t>Project Overview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BE952FD-5779-8FBD-8D59-45922DB399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2321" y="2227943"/>
          <a:ext cx="5033221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Graphic 17" descr="Computer">
            <a:extLst>
              <a:ext uri="{FF2B5EF4-FFF2-40B4-BE49-F238E27FC236}">
                <a16:creationId xmlns:a16="http://schemas.microsoft.com/office/drawing/2014/main" id="{BA2A1AE1-DE4C-48BE-A181-D6729CE08C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9A9D66-3BCF-7FFC-D26C-3E602C3BE9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B692-2D32-6608-7B62-EB18F57A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 dirty="0">
                <a:cs typeface="Arial"/>
              </a:rPr>
              <a:t>System Architecture</a:t>
            </a:r>
            <a:endParaRPr lang="en-US" sz="385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CF31459-5992-CB03-5B57-7BC17A9BC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+mj-lt"/>
                <a:cs typeface="Arial" panose="020B0604020202020204" pitchFamily="34" charset="0"/>
              </a:rPr>
              <a:t>Class Hierarchy</a:t>
            </a:r>
          </a:p>
          <a:p>
            <a:pPr marL="0" indent="0">
              <a:buNone/>
            </a:pPr>
            <a:r>
              <a:rPr lang="en-US" sz="2100" dirty="0"/>
              <a:t>Scheduler (Abstract Base Class)</a:t>
            </a:r>
          </a:p>
          <a:p>
            <a:pPr lvl="1"/>
            <a:r>
              <a:rPr lang="en-US" sz="2100" dirty="0"/>
              <a:t>RoudRobinScheduler</a:t>
            </a:r>
          </a:p>
          <a:p>
            <a:pPr lvl="1"/>
            <a:r>
              <a:rPr lang="en-US" sz="2100" dirty="0"/>
              <a:t>PreemptivePriorityScheduler</a:t>
            </a:r>
          </a:p>
          <a:p>
            <a:pPr lvl="1"/>
            <a:r>
              <a:rPr lang="en-US" sz="2100" dirty="0"/>
              <a:t>NonPreemptivePriorityScheduler</a:t>
            </a:r>
          </a:p>
          <a:p>
            <a:pPr lvl="1"/>
            <a:r>
              <a:rPr lang="en-US" sz="2100" dirty="0"/>
              <a:t>MultilevelQueueScheduler</a:t>
            </a:r>
          </a:p>
          <a:p>
            <a:pPr lvl="1"/>
            <a:r>
              <a:rPr lang="en-US" sz="2100" dirty="0"/>
              <a:t>MultilevelFeedbackQueueScheduler</a:t>
            </a:r>
          </a:p>
          <a:p>
            <a:endParaRPr lang="en-US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2D8E7729-8880-96D6-C897-DD625A292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4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920D0-DCDC-D19D-A639-472961D8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F2A7-F643-F659-FA7B-FA7D0C69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6133307" cy="994172"/>
          </a:xfrm>
        </p:spPr>
        <p:txBody>
          <a:bodyPr>
            <a:normAutofit/>
          </a:bodyPr>
          <a:lstStyle/>
          <a:p>
            <a:r>
              <a:rPr lang="en-US" sz="3850" b="1" dirty="0">
                <a:cs typeface="Arial" panose="020B0604020202020204" pitchFamily="34" charset="0"/>
              </a:rPr>
              <a:t>System Architecture (</a:t>
            </a:r>
            <a:r>
              <a:rPr lang="en-US" sz="2200" b="1" dirty="0">
                <a:cs typeface="Arial" panose="020B0604020202020204" pitchFamily="34" charset="0"/>
              </a:rPr>
              <a:t>Cont.</a:t>
            </a:r>
            <a:r>
              <a:rPr lang="en-US" sz="3850" b="1" dirty="0">
                <a:cs typeface="Arial" panose="020B0604020202020204" pitchFamily="34" charset="0"/>
              </a:rPr>
              <a:t>)</a:t>
            </a:r>
            <a:endParaRPr lang="en-US" sz="3850" dirty="0">
              <a:cs typeface="Arial" panose="020B0604020202020204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63690BF-AFB0-0A06-11CA-CC3476AC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67" y="2227943"/>
            <a:ext cx="5380575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rial"/>
                <a:cs typeface="Arial"/>
              </a:rPr>
              <a:t>Design Patterns</a:t>
            </a:r>
          </a:p>
          <a:p>
            <a:pPr lvl="1"/>
            <a:r>
              <a:rPr lang="en-US" sz="2100" b="1" dirty="0"/>
              <a:t>Template Method</a:t>
            </a:r>
            <a:br>
              <a:rPr lang="en-US" sz="2100" dirty="0"/>
            </a:br>
            <a:r>
              <a:rPr lang="en-US" sz="2100" dirty="0"/>
              <a:t>Common scheduling framework</a:t>
            </a:r>
          </a:p>
          <a:p>
            <a:pPr lvl="1"/>
            <a:r>
              <a:rPr lang="en-US" sz="2100" b="1" dirty="0"/>
              <a:t>Strategy Pattern</a:t>
            </a:r>
            <a:br>
              <a:rPr lang="en-US" sz="2100" dirty="0"/>
            </a:br>
            <a:r>
              <a:rPr lang="en-US" sz="2100" dirty="0"/>
              <a:t>Interchangeable algorithms</a:t>
            </a:r>
          </a:p>
          <a:p>
            <a:pPr lvl="1"/>
            <a:r>
              <a:rPr lang="en-US" sz="2100" b="1" dirty="0"/>
              <a:t>OOP Principles</a:t>
            </a:r>
            <a:br>
              <a:rPr lang="en-US" sz="2100" dirty="0"/>
            </a:br>
            <a:r>
              <a:rPr lang="en-US" sz="2100" dirty="0"/>
              <a:t>Inheritance, polymorphism, encapsulation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689F01-21DA-D1E3-D47A-5248CE9D0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DDA571-1B10-3533-C30C-2ED17C8D5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58EA8BA0-910A-DFEB-B542-ADD0E511D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56100-4978-3EA9-B555-356CF67F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84233-FE5C-DC21-A577-FC1C6349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Implemented 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BF8067-D12B-6D91-65B4-CDF944CE4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8666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852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96987-2371-00AA-182F-5C4FC60D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2C742F4-485A-0E6E-AEBA-1B1BB67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ACC9EA-F72A-023D-190F-4FDC8A92E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F5D1C9-ACAF-7D36-877E-C50C29891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8E9F60-1D8E-0CBE-25DB-D739C8A76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9FEA2-50C6-C7EF-E004-93C43562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Implemented Algorithms (</a:t>
            </a:r>
            <a:r>
              <a:rPr lang="en-US" sz="2000" dirty="0">
                <a:solidFill>
                  <a:srgbClr val="FFFFFF"/>
                </a:solidFill>
              </a:rPr>
              <a:t>Cont.</a:t>
            </a:r>
            <a:r>
              <a:rPr lang="en-US" sz="3500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93DD8A-4B1F-105C-2E06-563A2C2A24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27278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408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BDB56-EBE5-89ED-F851-916A7E2E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872B470-9AFA-9514-A80D-6117FBB4E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D0ECA1-CD21-BC13-9459-F40CA618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3EA439-DA96-48D0-B26E-8BD180CDA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7D9A24-9B65-0BBD-0651-AA6767E21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EF389-99F4-9E1F-3EA5-7D9124EF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Implemented Algorithms (</a:t>
            </a:r>
            <a:r>
              <a:rPr lang="en-US" sz="2000" dirty="0">
                <a:solidFill>
                  <a:srgbClr val="FFFFFF"/>
                </a:solidFill>
              </a:rPr>
              <a:t>Cont.</a:t>
            </a:r>
            <a:r>
              <a:rPr lang="en-US" sz="3500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7B9E60-E8B0-6DFB-8E8F-CD7456AD2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7101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264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t>Key Features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12595-C4E9-C708-DF1B-DC5B0B6FB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47" r="15392" b="2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024E18-4F27-E0A8-03CC-D7D6E4959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392307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Testing Framework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9FFCDA-2C56-268E-FE54-B09F44156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8353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Performance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A187F3-D55E-7929-CAA8-7B0A1721D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933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D3848-C95E-ADD3-5250-210C7944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7F32BDE-8D2F-70FB-F852-92EC3ED0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566D1-4F1B-E1E9-C3AE-FF5FEAED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741E9-B455-8408-BEFD-429B3F578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31D75F-0866-DCF8-A80F-042F3AB82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F9919-B3FB-6269-F5FE-C95DD0BD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Performance Analysis (</a:t>
            </a:r>
            <a:r>
              <a:rPr lang="en-US" sz="2000" dirty="0">
                <a:solidFill>
                  <a:srgbClr val="FFFFFF"/>
                </a:solidFill>
              </a:rPr>
              <a:t>Cont.</a:t>
            </a:r>
            <a:r>
              <a:rPr lang="en-US" sz="35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F39A6C-B9AA-F408-5ABD-EAC504C6AD1E}"/>
              </a:ext>
            </a:extLst>
          </p:cNvPr>
          <p:cNvSpPr/>
          <p:nvPr/>
        </p:nvSpPr>
        <p:spPr>
          <a:xfrm>
            <a:off x="156428" y="2225377"/>
            <a:ext cx="8606572" cy="611508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672A1-3303-B997-E3FA-455A42506382}"/>
              </a:ext>
            </a:extLst>
          </p:cNvPr>
          <p:cNvSpPr txBox="1"/>
          <p:nvPr/>
        </p:nvSpPr>
        <p:spPr>
          <a:xfrm>
            <a:off x="156428" y="2310730"/>
            <a:ext cx="6646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Benchmark Result (10 processes)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67649AE-DF84-8311-CA59-4D2959D88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2015"/>
              </p:ext>
            </p:extLst>
          </p:nvPr>
        </p:nvGraphicFramePr>
        <p:xfrm>
          <a:off x="156428" y="2882043"/>
          <a:ext cx="8606572" cy="305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643">
                  <a:extLst>
                    <a:ext uri="{9D8B030D-6E8A-4147-A177-3AD203B41FA5}">
                      <a16:colId xmlns:a16="http://schemas.microsoft.com/office/drawing/2014/main" val="3264231104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2886810859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2339325718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279301626"/>
                    </a:ext>
                  </a:extLst>
                </a:gridCol>
              </a:tblGrid>
              <a:tr h="784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Avg Wait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Avg Turnaround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Best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512385"/>
                  </a:ext>
                </a:extLst>
              </a:tr>
              <a:tr h="45456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Round Robin (q =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6.50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42727"/>
                  </a:ext>
                </a:extLst>
              </a:tr>
              <a:tr h="45456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Preemptive 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039014"/>
                  </a:ext>
                </a:extLst>
              </a:tr>
              <a:tr h="45456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Non-Preemptive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265494"/>
                  </a:ext>
                </a:extLst>
              </a:tr>
              <a:tr h="45456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Multilevel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896110"/>
                  </a:ext>
                </a:extLst>
              </a:tr>
              <a:tr h="45456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MLFQ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11.80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18.20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Adaptive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70544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6E0238-66F9-A39D-A2BA-9A56F4CCD92A}"/>
              </a:ext>
            </a:extLst>
          </p:cNvPr>
          <p:cNvSpPr txBox="1"/>
          <p:nvPr/>
        </p:nvSpPr>
        <p:spPr>
          <a:xfrm>
            <a:off x="156428" y="6091311"/>
            <a:ext cx="860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Key Finding</a:t>
            </a:r>
            <a:br>
              <a:rPr lang="en-US" dirty="0"/>
            </a:br>
            <a:r>
              <a:rPr lang="en-US" dirty="0"/>
              <a:t>Preemptive Priority has 61.5% lower wait time than Round Robin</a:t>
            </a:r>
          </a:p>
        </p:txBody>
      </p:sp>
    </p:spTree>
    <p:extLst>
      <p:ext uri="{BB962C8B-B14F-4D97-AF65-F5344CB8AC3E}">
        <p14:creationId xmlns:p14="http://schemas.microsoft.com/office/powerpoint/2010/main" val="405111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05E34-BD72-9EDB-F67E-914713BF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4226B-0962-BEFE-96F6-956B65511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</a:rPr>
              <a:t>Context Switching Impact</a:t>
            </a:r>
          </a:p>
          <a:p>
            <a:r>
              <a:rPr lang="en-US" sz="1700" dirty="0"/>
              <a:t>Overhead: 1-2 time-units per switch</a:t>
            </a:r>
          </a:p>
          <a:p>
            <a:r>
              <a:rPr lang="en-US" sz="1700" dirty="0"/>
              <a:t>Total Impact: 5-17% of execution time</a:t>
            </a:r>
          </a:p>
          <a:p>
            <a:r>
              <a:rPr lang="en-US" sz="1700" dirty="0"/>
              <a:t>Trade-off: Fairness vs. efficiency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Quantum Selection (Round Robin)</a:t>
            </a:r>
          </a:p>
          <a:p>
            <a:r>
              <a:rPr lang="en-US" sz="1700" dirty="0"/>
              <a:t>Too small (q=1): Excessive context </a:t>
            </a:r>
          </a:p>
          <a:p>
            <a:r>
              <a:rPr lang="en-US" sz="1700" dirty="0"/>
              <a:t>switching</a:t>
            </a:r>
          </a:p>
          <a:p>
            <a:r>
              <a:rPr lang="en-US" sz="1700" dirty="0"/>
              <a:t>Too large (q=100): Becomes FCFS</a:t>
            </a:r>
          </a:p>
          <a:p>
            <a:r>
              <a:rPr lang="en-US" sz="1700" dirty="0"/>
              <a:t>Optimal: q=4-8 for interactive </a:t>
            </a:r>
          </a:p>
          <a:p>
            <a:r>
              <a:rPr lang="en-US" sz="1700" dirty="0"/>
              <a:t>Systems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Scalability</a:t>
            </a:r>
          </a:p>
          <a:p>
            <a:r>
              <a:rPr lang="en-US" sz="1700" dirty="0"/>
              <a:t>✓ All algorithms scale linearly: O(n)</a:t>
            </a:r>
          </a:p>
          <a:p>
            <a:r>
              <a:rPr lang="en-US" sz="1700" dirty="0"/>
              <a:t>✓ Tested with up to 100 processes</a:t>
            </a:r>
          </a:p>
          <a:p>
            <a:r>
              <a:rPr lang="en-US" sz="1700" dirty="0"/>
              <a:t>✓ Maintains performance characteristic</a:t>
            </a:r>
          </a:p>
        </p:txBody>
      </p:sp>
    </p:spTree>
    <p:extLst>
      <p:ext uri="{BB962C8B-B14F-4D97-AF65-F5344CB8AC3E}">
        <p14:creationId xmlns:p14="http://schemas.microsoft.com/office/powerpoint/2010/main" val="374110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Challenges &amp;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3D9604-975C-E18D-51D3-8C7358AA7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15679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7D212E-EB1B-F4BE-7F5B-C616C83D6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91797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428C9E-57AD-F6CE-EC7B-27E039C0D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2293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 &amp; 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83B47-E039-78A9-336C-4FF2EAE63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9260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690</Words>
  <Application>Microsoft Office PowerPoint</Application>
  <PresentationFormat>On-screen Show (4:3)</PresentationFormat>
  <Paragraphs>185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Helvetica Neue Medium</vt:lpstr>
      <vt:lpstr>Office Theme</vt:lpstr>
      <vt:lpstr>CPU Scheduling Algorithms Simulator</vt:lpstr>
      <vt:lpstr>Project Overview</vt:lpstr>
      <vt:lpstr>Technologies Used</vt:lpstr>
      <vt:lpstr>System Architecture</vt:lpstr>
      <vt:lpstr>System Architecture (Cont.)</vt:lpstr>
      <vt:lpstr>Implemented Algorithms</vt:lpstr>
      <vt:lpstr>Implemented Algorithms (Cont.)</vt:lpstr>
      <vt:lpstr>Implemented Algorithms (Cont.)</vt:lpstr>
      <vt:lpstr>Key Features</vt:lpstr>
      <vt:lpstr>Testing Framework</vt:lpstr>
      <vt:lpstr>Performance Analysis</vt:lpstr>
      <vt:lpstr>Performance Analysis (Cont.)</vt:lpstr>
      <vt:lpstr>Performance Insights</vt:lpstr>
      <vt:lpstr>Challenges &amp; Solutions</vt:lpstr>
      <vt:lpstr>Future Enhancements</vt:lpstr>
      <vt:lpstr>Key Takeaways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 Sow</dc:creator>
  <cp:keywords/>
  <dc:description>generated using python-pptx</dc:description>
  <cp:lastModifiedBy>Al Sow</cp:lastModifiedBy>
  <cp:revision>8</cp:revision>
  <dcterms:created xsi:type="dcterms:W3CDTF">2013-01-27T09:14:16Z</dcterms:created>
  <dcterms:modified xsi:type="dcterms:W3CDTF">2025-12-11T03:17:23Z</dcterms:modified>
  <cp:category/>
</cp:coreProperties>
</file>